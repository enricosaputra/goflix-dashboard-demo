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2659877-bd04-90b0-0677-c52dbcce7bc0}">
          <p14:sldIdLst>
            <p14:sldId id="256"/>
          </p14:sldIdLst>
        </p14:section>
        <p14:section name="Product" id="{7d18cfd1-6192-5d3d-086f-d57b38644ce2}">
          <p14:sldIdLst>
            <p14:sldId id="257"/>
            <p14:sldId id="258"/>
          </p14:sldIdLst>
        </p14:section>
        <p14:section name="System design" id="{04a17017-365f-82b6-c722-c035a85e4dd0}">
          <p14:sldIdLst>
            <p14:sldId id="259"/>
            <p14:sldId id="260"/>
            <p14:sldId id="261"/>
          </p14:sldIdLst>
        </p14:section>
        <p14:section name="Business rules" id="{88b72a8c-e8a8-1567-5e7c-951dd77da444}">
          <p14:sldIdLst>
            <p14:sldId id="262"/>
            <p14:sldId id="263"/>
            <p14:sldId id="264"/>
            <p14:sldId id="265"/>
          </p14:sldIdLst>
        </p14:section>
        <p14:section name="Code" id="{ab369992-7c05-0465-2419-d1931e8499ce}">
          <p14:sldIdLst>
            <p14:sldId id="266"/>
            <p14:sldId id="267"/>
            <p14:sldId id="268"/>
          </p14:sldIdLst>
        </p14:section>
        <p14:section name="Closing" id="{79f3fc5f-9cdb-ee3b-075e-4332462c8fc8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Goflix has three parts. I built the Laravel dashboard. The demo rebuilds that dashboard with made-up data because the real code is under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is the viewer app (Vue and Go), not my part. Right is the dashboard I built, in its demo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rule in this deck turns on these three ways in. Point out that an episode can be premium on its own or through its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for heavy playback traffic, Laravel for the internal team's forms and CRUD. Both write to the same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has about 40 tables, including games, music, radio and banners. The demo keeps the tables that carry the dashboard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 to discuss: why the old pattern hurts and how to fix it without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it in the demo: add a plan for a user who is still subscribed and watch the end date move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rule the Go API runs before playback. The dashboard has a Check button on the user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subscribers-cannot-rent rule stops people paying twice and cuts refund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decision, name its cost too. Interviewers usually care most about the last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alternatives column shows the choice was deliberate. Have one example ready for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app/Services/SubscriptionService.php in the demo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check a premium movie for a user without a plan, add a rental, then check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what is not done shows I know where the system is thin. Pick one to discuss.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 and offer to open the demo or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walkthrough.pdf" TargetMode="External"/><Relationship Id="rId3" Type="http://schemas.openxmlformats.org/officeDocument/2006/relationships/hyperlink" Target="https://goflix-dashboard-demo.vercel.app/goflix-walkthrough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STREAMING PLATFORM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The admin dashboard behind the catalog, the plans, and who may watch what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Laravel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Viewers see this; the team works here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en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Viewer app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my part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content team adds movies and episodes, the business team sets plans and coupons, and support answers "why can't I watch this?"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ways to watch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Free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Free titles play for anyone with an active account.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monthly or yearly plan opens every premium title.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Rental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One premium movie, for a few days, without a plan.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 part: the catalog, plans and coupons, users and payments, and the reports on them.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parts, one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Vue.js web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Mobile app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 API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Two writers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API writes activity and in-app payments; the dashboard writes the catalog, plans and corrections.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server decides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app never decides access on its own. The dashboard shows support the same rule.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API in the dashboard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Everything the apps need goes through the Go API.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data model in three groups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Users and money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Activity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Written by the apps while people watch. The dashboard only reads it, for reports and continue watching.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is the source of truth for a fast access check; only SubscriptionService may change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Relations: from text to pivot tables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Cannot be joined or indexed; deleted ids stay behind.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keys, normal joins, and the genre report is one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Gradual migration: add the pivot, fill it from the old column, move readers one by one, then drop the old column.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Renewing without losing paid days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Active until 20 Mar, buys 12 months on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old: until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new: 21 Mar to 20 Mar next year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Ended 31 Jan, buys 1 month on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lapsed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to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place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SubscriptionService moves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transaction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payment and the end date are saved together, or neither is.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row lock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makes a second payment wait and count from the new date.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Who may watch what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Account and title active?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no: refused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no: free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Active plan?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Movie rented?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 until it expires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Refused: needs a plan, or a rental if the movie has a rent price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episode is premium on its own or through its series. One AccessService is used everywhere, and the dashboard shows it per user so support can answer complaints.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Rentals and coupons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Renting one movie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premium movies with a rent price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Lasts rent_days days from payment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Active subscribers cannot rent: it is already included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same movie cannot be rented twice at once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Example: an active subscriber tries to rent a premium movie → refused, because the plan already includes it. Nobody pays twice, and refund requests drop.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Coupons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Fixed amount or percentage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valid between its start and end dates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Never takes a price below zero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single-use coupon works once per user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trade-offs I chose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1148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Decision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What it costs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subscription_ends_on is stored on users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API checks access on every play; one indexed column is enough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Duplicated data; only SubscriptionService may change 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Payments cannot be edited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Plans and rentals are financial records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 correction has to be a new entry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Deactivate, not delete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Genres, plans or users in use keep their history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Lists need an active filter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Episodes updated in place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Viewing history stays attached to the same rows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Saving takes more code than delete-and-recreate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this stack, and what else I considered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11480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Choice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What I considered instead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dashboard: forms, validation, CRUD. My part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Go for the dashboard too: one language, but admin CRUD takes much longer to build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PostgreSQL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Shared with the Go API; transactions and row locks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 separate database for the dashboard: two-way syncing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apps' API: heavy playback traffic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Not my part; it existed before the dashboard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Blade +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An internal admin needs no SPA; one chart needs only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Vue like the viewer web: a separate build and state for form pages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renewal is one transaction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Rules in services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 controllers; plans, rentals, coupons and access are plain classes.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Enums, not numbers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Sign-in, role and coupon type are typed.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Tests on the rules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revenue, then a user's access check</a:t>
            </a:r>
            <a:endParaRPr lang="en-US" sz="3200" dirty="0"/>
          </a:p>
        </p:txBody>
      </p:sp>
      <p:pic>
        <p:nvPicPr>
          <p:cNvPr id="5" name="dashboard" descr="/workspaces/.xc-work/assets/goflix/e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en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plan and rental revenue per month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User page: status, payments and the access check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is not done yet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Not done yet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First step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Production still stores comma-separated ids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Add the pivot tables, fill them from the old columns, move readers one by one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The access rule lives in Go and in Laravel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One shared set of test cases that both sides run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watch_history keeps growing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Partition by month; reports from a daily summary table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Production has no foreign keys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Foreign keys and indexes on the access-check and report columns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Demo and slides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The demo code is in a private GitHub repo; access is given during the interview. The dashboard speaks Bahasa Indonesia and English; demo data is restored every 3 hours.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the streaming platform's admin dashboard</dc:title>
  <dc:subject>PptxGenJS Presentation</dc:subject>
  <dc:creator>Enrico Saputra</dc:creator>
  <cp:lastModifiedBy>Enrico Saputra</cp:lastModifiedBy>
  <cp:revision>1</cp:revision>
  <dcterms:created xsi:type="dcterms:W3CDTF">2026-10-20T04:45:32Z</dcterms:created>
  <dcterms:modified xsi:type="dcterms:W3CDTF">2026-10-20T04:45:32Z</dcterms:modified>
</cp:coreProperties>
</file>