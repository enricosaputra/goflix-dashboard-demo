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ba468991-8d53-67b7-513d-811642fee7f1}">
          <p14:sldIdLst>
            <p14:sldId id="256"/>
          </p14:sldIdLst>
        </p14:section>
        <p14:section name="Product" id="{64847b35-570c-0c2d-485a-433aa3d86140}">
          <p14:sldIdLst>
            <p14:sldId id="257"/>
            <p14:sldId id="258"/>
          </p14:sldIdLst>
        </p14:section>
        <p14:section name="System design" id="{55166e53-30c1-b56c-e707-046235ecee9c}">
          <p14:sldIdLst>
            <p14:sldId id="259"/>
            <p14:sldId id="260"/>
            <p14:sldId id="261"/>
          </p14:sldIdLst>
        </p14:section>
        <p14:section name="Business rules" id="{28585b39-2d1d-d10e-5b49-0f0f413e25a7}">
          <p14:sldIdLst>
            <p14:sldId id="262"/>
            <p14:sldId id="263"/>
            <p14:sldId id="264"/>
            <p14:sldId id="265"/>
          </p14:sldIdLst>
        </p14:section>
        <p14:section name="Code" id="{3c57322c-a16f-e9ce-a47a-d76007ad4f7f}">
          <p14:sldIdLst>
            <p14:sldId id="266"/>
            <p14:sldId id="267"/>
            <p14:sldId id="268"/>
          </p14:sldIdLst>
        </p14:section>
        <p14:section name="Closing" id="{576be2fb-8e48-99c6-bcfd-5ab7a3b2e673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Framing: Goflix has three parts. I built the Laravel dashboard. The demo rebuilds that dashboard with made-up data because the real code is under 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is the viewer app (Vue and Go), not my part. Right is the dashboard I built, in its demo form.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rule in this deck turns on these three ways in. Point out that an episode can be premium on its own or through its series.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for heavy playback traffic, Laravel for the internal team's forms and CRUD. Both write to the same PostgreSQL.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Production has about 40 tables, including games, music, radio and banners. The demo keeps the tables that carry the dashboard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strongest design point to discuss: why the old pattern hurts and how to fix it without downtime.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it in the demo: add a plan for a user who is still subscribed and watch the end date move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rule the Go API runs before playback. The dashboard has a Check button on the user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subscribers-cannot-rent rule stops people paying twice and cuts refund requests.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the reason and the risk ready for each. For example, the duplicate end date can drift, so only one service may change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also uses Blade, Tailwind and Chart.js, and runs on PostgreSQL like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app/Services/SubscriptionService.php in the demo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demo: check a premium movie for a user without a plan, add a rental, then check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Pick one or two you are most ready to discuss.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links and offer to open the demo or the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F 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737360"/>
            <a:ext cx="56692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F 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Goflix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goflix-dashboard-demo.vercel.app" TargetMode="External"/><Relationship Id="rId2" Type="http://schemas.openxmlformats.org/officeDocument/2006/relationships/hyperlink" Target="https://goflix-dashboard-demo.vercel.app/goflix-walkthrough.pdf" TargetMode="External"/><Relationship Id="rId3" Type="http://schemas.openxmlformats.org/officeDocument/2006/relationships/hyperlink" Target="https://goflix-dashboard-demo.vercel.app/goflix-walkthrough.pptx" TargetMode="Externa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flix viewer app" descr="/workspaces/.xc-work/assets/goflix/site-t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2552" y="0"/>
            <a:ext cx="54864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702552" y="0"/>
            <a:ext cx="5486400" cy="6858000"/>
          </a:xfrm>
          <a:prstGeom prst="rect">
            <a:avLst/>
          </a:prstGeom>
          <a:solidFill>
            <a:schemeClr val="tx2">
              <a:alpha val="40000"/>
            </a:schemeClr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40080" y="1325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STREAMING PLATFORM</a:t>
            </a:r>
            <a:endParaRPr lang="en-US" sz="13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640080" y="173736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Goflix</a:t>
            </a:r>
            <a:endParaRPr lang="en-US" sz="6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15468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The admin dashboard behind the catalog, the plans, and who may watch what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1206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Enrico Saputra  ·  Backend developer, Laravel dashboard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53212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Client code and data are private. The demo rebuilds the Laravel dashboard on the real data model, with made-up data.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01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Viewers see this; the team works here</a:t>
            </a:r>
            <a:endParaRPr lang="en-US" sz="3200" dirty="0"/>
          </a:p>
        </p:txBody>
      </p:sp>
      <p:pic>
        <p:nvPicPr>
          <p:cNvPr id="5" name="viewer app" descr="/workspaces/.xc-work/assets/goflix/s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49240" cy="2628239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pic>
        <p:nvPicPr>
          <p:cNvPr id="6" name="dashboard" descr="/workspaces/.xc-work/assets/goflix/en-dashboard-w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349240" cy="2628239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sp>
        <p:nvSpPr>
          <p:cNvPr id="7" name="Shape 2"/>
          <p:cNvSpPr/>
          <p:nvPr/>
        </p:nvSpPr>
        <p:spPr>
          <a:xfrm>
            <a:off x="548640" y="4434840"/>
            <a:ext cx="3108960" cy="384048"/>
          </a:xfrm>
          <a:prstGeom prst="roundRect">
            <a:avLst>
              <a:gd name="adj" fmla="val 2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548640" y="44348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Viewer app · Vue + Go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6263640" y="4434840"/>
            <a:ext cx="3566160" cy="384048"/>
          </a:xfrm>
          <a:prstGeom prst="roundRect">
            <a:avLst>
              <a:gd name="adj" fmla="val 2381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263640" y="44348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Dashboard · Laravel · my part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5074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content team adds movies and episodes, the business team sets plans and coupons, and support answers "why can't I watch this?"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02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Three ways to watch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68680" y="192024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121408"/>
            <a:ext cx="420624" cy="42062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6868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Free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868680" y="35661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Free titles play for anyone with an active account.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97680" y="160020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17720" y="192024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8888" y="2121408"/>
            <a:ext cx="420624" cy="4206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61772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Plan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4617720" y="35661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A monthly or yearly plan opens every premium title.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046720" y="160020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66760" y="192024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7928" y="2121408"/>
            <a:ext cx="420624" cy="42062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36676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Rental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8366760" y="35661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One premium movie, for a few days, without a plan.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My part: the catalog, plans and coupons, users and payments, and the reports on them.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03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Three parts, one database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45920"/>
            <a:ext cx="228600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Vue.js web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548640" y="2606040"/>
            <a:ext cx="228600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6060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Mobile app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3749040" y="2103120"/>
            <a:ext cx="201168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49040" y="210312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Go API</a:t>
            </a:r>
            <a:endParaRPr lang="en-US" sz="1500" dirty="0"/>
          </a:p>
        </p:txBody>
      </p:sp>
      <p:sp>
        <p:nvSpPr>
          <p:cNvPr id="11" name="card"/>
          <p:cNvSpPr/>
          <p:nvPr/>
        </p:nvSpPr>
        <p:spPr>
          <a:xfrm>
            <a:off x="6675120" y="2103120"/>
            <a:ext cx="2103120" cy="777240"/>
          </a:xfrm>
          <a:prstGeom prst="roundRect">
            <a:avLst>
              <a:gd name="adj" fmla="val 1411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75120" y="21031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PostgreSQL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9509760" y="2103120"/>
            <a:ext cx="2103120" cy="777240"/>
          </a:xfrm>
          <a:prstGeom prst="roundRect">
            <a:avLst>
              <a:gd name="adj" fmla="val 1411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509760" y="21031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Laravel dashboard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3749040" y="3474720"/>
            <a:ext cx="2011680" cy="6858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749040" y="3474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Payment gateway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3749040" y="3474720"/>
            <a:ext cx="2011680" cy="685800"/>
          </a:xfrm>
          <a:prstGeom prst="roundRect">
            <a:avLst>
              <a:gd name="adj" fmla="val 16000"/>
            </a:avLst>
          </a:prstGeom>
          <a:ln w="15875">
            <a:solidFill>
              <a:schemeClr val="accent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834640" y="1993392"/>
            <a:ext cx="914400" cy="384048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 flipV="1">
            <a:off x="2834640" y="2606040"/>
            <a:ext cx="914400" cy="338328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760720" y="2487168"/>
            <a:ext cx="91440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 flipH="1">
            <a:off x="8778240" y="2487168"/>
            <a:ext cx="73152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4754880" y="2880360"/>
            <a:ext cx="914" cy="59436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dash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548640" y="45262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Two writers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498348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API writes activity and in-app payments; the dashboard writes the catalog, plans and corrections.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297680" y="45262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The server decides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498348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app never decides access on its own. The dashboard shows support the same rule.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046720" y="45262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 API in the dashboard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8046720" y="498348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Everything the apps need goes through the Go API.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04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data model in three groups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28800"/>
            <a:ext cx="384048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25880" y="181051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Catalog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822960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2960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movies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359152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359152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822960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episodes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2359152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359152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seasons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22960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2960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genres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2359152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359152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languages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822960" y="4169664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22960" y="4169664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people</a:t>
            </a:r>
            <a:endParaRPr lang="en-US" sz="1100" dirty="0"/>
          </a:p>
        </p:txBody>
      </p:sp>
      <p:sp>
        <p:nvSpPr>
          <p:cNvPr id="22" name="card"/>
          <p:cNvSpPr/>
          <p:nvPr/>
        </p:nvSpPr>
        <p:spPr>
          <a:xfrm>
            <a:off x="4297680" y="160020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828800"/>
            <a:ext cx="384048" cy="38404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074920" y="181051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Users and money</a:t>
            </a:r>
            <a:endParaRPr lang="en-US" sz="1700" dirty="0"/>
          </a:p>
        </p:txBody>
      </p:sp>
      <p:sp>
        <p:nvSpPr>
          <p:cNvPr id="25" name="Shape 20"/>
          <p:cNvSpPr/>
          <p:nvPr/>
        </p:nvSpPr>
        <p:spPr>
          <a:xfrm>
            <a:off x="4572000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572000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6108192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108192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packages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4572000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572000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package_features</a:t>
            </a:r>
            <a:endParaRPr lang="en-US" sz="950" dirty="0"/>
          </a:p>
        </p:txBody>
      </p:sp>
      <p:sp>
        <p:nvSpPr>
          <p:cNvPr id="31" name="Shape 26"/>
          <p:cNvSpPr/>
          <p:nvPr/>
        </p:nvSpPr>
        <p:spPr>
          <a:xfrm>
            <a:off x="6108192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6108192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subscriptions</a:t>
            </a:r>
            <a:endParaRPr lang="en-US" sz="1100" dirty="0"/>
          </a:p>
        </p:txBody>
      </p:sp>
      <p:sp>
        <p:nvSpPr>
          <p:cNvPr id="33" name="Shape 28"/>
          <p:cNvSpPr/>
          <p:nvPr/>
        </p:nvSpPr>
        <p:spPr>
          <a:xfrm>
            <a:off x="4572000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4572000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rentals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6108192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108192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coupons</a:t>
            </a:r>
            <a:endParaRPr lang="en-US" sz="1100" dirty="0"/>
          </a:p>
        </p:txBody>
      </p:sp>
      <p:sp>
        <p:nvSpPr>
          <p:cNvPr id="37" name="card"/>
          <p:cNvSpPr/>
          <p:nvPr/>
        </p:nvSpPr>
        <p:spPr>
          <a:xfrm>
            <a:off x="8046720" y="160020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3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828800"/>
            <a:ext cx="384048" cy="384048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8823960" y="181051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Activity</a:t>
            </a:r>
            <a:endParaRPr lang="en-US" sz="1700" dirty="0"/>
          </a:p>
        </p:txBody>
      </p:sp>
      <p:sp>
        <p:nvSpPr>
          <p:cNvPr id="40" name="Text 34"/>
          <p:cNvSpPr txBox="1"/>
          <p:nvPr/>
        </p:nvSpPr>
        <p:spPr>
          <a:xfrm>
            <a:off x="8321040" y="3154680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Written by the apps while people watch. The dashboard only reads it, for reports and continue watching.</a:t>
            </a:r>
            <a:endParaRPr lang="en-US" sz="1400" dirty="0"/>
          </a:p>
        </p:txBody>
      </p:sp>
      <p:sp>
        <p:nvSpPr>
          <p:cNvPr id="41" name="Shape 35"/>
          <p:cNvSpPr/>
          <p:nvPr/>
        </p:nvSpPr>
        <p:spPr>
          <a:xfrm>
            <a:off x="8321040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8321040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watch_history</a:t>
            </a:r>
            <a:endParaRPr lang="en-US" sz="1100" dirty="0"/>
          </a:p>
        </p:txBody>
      </p:sp>
      <p:sp>
        <p:nvSpPr>
          <p:cNvPr id="43" name="Shape 37"/>
          <p:cNvSpPr/>
          <p:nvPr/>
        </p:nvSpPr>
        <p:spPr>
          <a:xfrm>
            <a:off x="9857232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9857232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bookmarks</a:t>
            </a:r>
            <a:endParaRPr lang="en-US" sz="1100" dirty="0"/>
          </a:p>
        </p:txBody>
      </p:sp>
      <p:sp>
        <p:nvSpPr>
          <p:cNvPr id="45" name="Text 39"/>
          <p:cNvSpPr txBox="1"/>
          <p:nvPr/>
        </p:nvSpPr>
        <p:spPr>
          <a:xfrm>
            <a:off x="548640" y="56235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users.subscription_ends_on is the source of truth for a fast access check; only SubscriptionService may change 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05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Relations: from text to pivot tables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5120640" cy="35204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17830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Production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377440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video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id: 12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category_id: '6,12,19'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cast_id: '1,108,109,110'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16052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Cannot be joined or indexed; deleted ids stay behind.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492240" y="1600200"/>
            <a:ext cx="5120640" cy="35204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12280" y="17830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Demo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12280" y="2377440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genre_movie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(movie_id 12, genre_id 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(movie_id 12, genre_id 12)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(movie_id 12, genre_id 19)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812280" y="416052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Foreign keys, normal joins, and the genre report is one query.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760720" y="3337560"/>
            <a:ext cx="68580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Gradual migration: add the pivot, fill it from the old column, move readers one by one, then drop the old column.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06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Renewing without losing paid days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00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Active until 20 Mar, buys 12 months on 10 Mar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2057400"/>
            <a:ext cx="2743200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20574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old: until 20 Mar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37560" y="2057400"/>
            <a:ext cx="8275320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337560" y="205740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new: 21 Mar to 20 Mar next year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971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Ended 31 Jan, buys 1 month on 10 Mar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3429000"/>
            <a:ext cx="274320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34290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lapsed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37560" y="3429000"/>
            <a:ext cx="2743200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37560" y="34290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10 Mar to 9 Apr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548640" y="434340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One place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49834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Only SubscriptionService moves users.subscription_ends_on.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97680" y="434340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57200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One transaction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0" y="49834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payment and the end date are saved together, or neither is.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8046720" y="434340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32104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 row lock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8321040" y="49834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lockForUpdate makes a second payment wait and count from the new date.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07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Who may watch what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Account and title active?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063240" y="2258568"/>
            <a:ext cx="32004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180594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no: refused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338328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6616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Premium?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897880" y="2258568"/>
            <a:ext cx="32004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464058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8328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no: free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21792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Active plan?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732520" y="2258568"/>
            <a:ext cx="32004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747522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21792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yes: allowed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905256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3544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Movie rented?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1030986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5256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yes: allowed until it expires</a:t>
            </a:r>
            <a:endParaRPr lang="en-US" sz="1400" dirty="0"/>
          </a:p>
        </p:txBody>
      </p:sp>
      <p:sp>
        <p:nvSpPr>
          <p:cNvPr id="24" name="card"/>
          <p:cNvSpPr/>
          <p:nvPr/>
        </p:nvSpPr>
        <p:spPr>
          <a:xfrm>
            <a:off x="548640" y="416052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41605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Refused: needs a plan, or a rental if the movie has a rent price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1663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 episode is premium on its own or through its series. One AccessService is used everywhere, and the dashboard shows it per user so support can answer complaints.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08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Rentals and coupons</a:t>
            </a:r>
            <a:endParaRPr lang="en-US" sz="3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457200" cy="4572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188720" y="16916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Renting one movie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37744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Only premium movies with a rent price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Lasts rent_days days from payment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Active subscribers cannot rent: it is already included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The same movie cannot be rented twice at once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6080760" y="1737360"/>
            <a:ext cx="914" cy="283464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9" name="card"/>
          <p:cNvSpPr/>
          <p:nvPr/>
        </p:nvSpPr>
        <p:spPr>
          <a:xfrm>
            <a:off x="548640" y="4892040"/>
            <a:ext cx="110642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489204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Example: an active subscriber tries to rent a premium movie → refused, because the plan already includes it. Nobody pays twice, and refund requests drop.</a:t>
            </a:r>
            <a:endParaRPr lang="en-US" sz="15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132320" y="16916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Coupons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6492240" y="237744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Fixed amount or percentage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Only valid between its start and end dates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Never takes a price below zero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 single-use coupon works once per user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09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Decisions worth talking about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91640"/>
            <a:ext cx="544068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End date on users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51460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Deliberate duplication: one indexed column beats finding the latest subscription on every play.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6172200" y="1691640"/>
            <a:ext cx="544068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4652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708660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Payments cannot be edited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7086600" y="251460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Subscriptions and rentals are financial records. A correction is a new entry.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548640" y="3886200"/>
            <a:ext cx="544068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4114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41605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Deactivate, not delete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463040" y="470916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A genre, plan, coupon or user in use can only be deactivated.</a:t>
            </a:r>
            <a:endParaRPr lang="en-US" sz="1500" dirty="0"/>
          </a:p>
        </p:txBody>
      </p:sp>
      <p:sp>
        <p:nvSpPr>
          <p:cNvPr id="17" name="card"/>
          <p:cNvSpPr/>
          <p:nvPr/>
        </p:nvSpPr>
        <p:spPr>
          <a:xfrm>
            <a:off x="6172200" y="3886200"/>
            <a:ext cx="544068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46520" y="4114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7086600" y="41605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Episodes updated in place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7086600" y="470916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The same rows are kept, so viewing history stays attached.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10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Tech stack and why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91640"/>
            <a:ext cx="2606040" cy="2926080"/>
          </a:xfrm>
          <a:prstGeom prst="roundRect">
            <a:avLst>
              <a:gd name="adj" fmla="val 421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965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Laravel 10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697480"/>
            <a:ext cx="2103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Admin dashboard: forms, validation, CRUD. The part I built.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83280" y="1691640"/>
            <a:ext cx="2606040" cy="29260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7600" y="1965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PostgreSQL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3657600" y="2697480"/>
            <a:ext cx="2103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One database for the API and the dashboard, with transactions and row locks.</a:t>
            </a:r>
            <a:endParaRPr lang="en-US" sz="1500" dirty="0"/>
          </a:p>
        </p:txBody>
      </p:sp>
      <p:sp>
        <p:nvSpPr>
          <p:cNvPr id="11" name="card"/>
          <p:cNvSpPr/>
          <p:nvPr/>
        </p:nvSpPr>
        <p:spPr>
          <a:xfrm>
            <a:off x="6217920" y="1691640"/>
            <a:ext cx="2606040" cy="29260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92240" y="1965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Go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492240" y="2697480"/>
            <a:ext cx="2103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apps' API: heavy playback traffic, low latency.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9052560" y="1691640"/>
            <a:ext cx="2606040" cy="29260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326880" y="1965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Vue.js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326880" y="2697480"/>
            <a:ext cx="2103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viewer web app.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4983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Demo: Laravel 10, Blade, Tailwind, Chart.js and PostgreSQL, like production. Green and black are the parts I worked in.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11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Keeping the code easy to read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6949440" cy="4526280"/>
          </a:xfrm>
          <a:prstGeom prst="roundRect">
            <a:avLst>
              <a:gd name="adj" fmla="val 242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920240"/>
            <a:ext cx="6492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DB::transaction(function () use (...)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$user = User::lockForUpdate()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-&gt;findOrFail($user-&gt;id);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$startsOn = $user-&gt;subscription_ends_on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?-&gt;gte($today)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? $user-&gt;subscription_ends_on-&gt;addDay()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$today;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$endsOn = $startsOn-&gt;copy()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-&gt;addMonthsNoOverflow($months)-&gt;subDay();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$user-&gt;subscriptions()-&gt;create([...]);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$user-&gt;update(['subscription_ends_on' =&gt; $endsOn]);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16459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Rules in services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21031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Thin controllers; plans, rentals, coupons and access are plain classes.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31089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Enums, not numbers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863840" y="356616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Sign-in, role and coupon type are typed.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863840" y="45720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Tests on the rules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863840" y="50292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33 feature tests.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demo app</a:t>
            </a:r>
            <a:endParaRPr lang="en-US" sz="3200" dirty="0"/>
          </a:p>
        </p:txBody>
      </p:sp>
      <p:pic>
        <p:nvPicPr>
          <p:cNvPr id="5" name="dashboard" descr="/workspaces/.xc-work/assets/goflix/en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49240" cy="3343275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pic>
        <p:nvPicPr>
          <p:cNvPr id="6" name="user page" descr="/workspaces/.xc-work/assets/goflix/en-us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349240" cy="3343275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sp>
        <p:nvSpPr>
          <p:cNvPr id="7" name="Text 2"/>
          <p:cNvSpPr txBox="1"/>
          <p:nvPr/>
        </p:nvSpPr>
        <p:spPr>
          <a:xfrm>
            <a:off x="548640" y="5126355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Dashboard: plan and rental revenue per month</a:t>
            </a:r>
            <a:endParaRPr lang="en-US" sz="1300" dirty="0"/>
          </a:p>
        </p:txBody>
      </p:sp>
      <p:sp>
        <p:nvSpPr>
          <p:cNvPr id="8" name="Text 3"/>
          <p:cNvSpPr txBox="1"/>
          <p:nvPr/>
        </p:nvSpPr>
        <p:spPr>
          <a:xfrm>
            <a:off x="6263640" y="5126355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User page: status, payments and the access check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13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I would improve</a:t>
            </a:r>
            <a:endParaRPr lang="en-US" sz="3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01368"/>
            <a:ext cx="411480" cy="4114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234440" y="164592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Move to pivot tables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5212080" y="164592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Replace the comma-separated ids step by step, with no downtime.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548640" y="2560320"/>
            <a:ext cx="11064240" cy="914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898648"/>
            <a:ext cx="411480" cy="4114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34440" y="27432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One shared rule contract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5212080" y="27432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The access rule lives in Go and Laravel; one shared set of test cases keeps them in step.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48640" y="3657600"/>
            <a:ext cx="11064240" cy="914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995928"/>
            <a:ext cx="411480" cy="4114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234440" y="38404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Large viewing history</a:t>
            </a:r>
            <a:endParaRPr lang="en-US" sz="1800" dirty="0"/>
          </a:p>
        </p:txBody>
      </p:sp>
      <p:sp>
        <p:nvSpPr>
          <p:cNvPr id="15" name="Text 9"/>
          <p:cNvSpPr txBox="1"/>
          <p:nvPr/>
        </p:nvSpPr>
        <p:spPr>
          <a:xfrm>
            <a:off x="5212080" y="38404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Partition watch_history by month, report from a daily summary table.</a:t>
            </a:r>
            <a:endParaRPr lang="en-US" sz="1500" dirty="0"/>
          </a:p>
        </p:txBody>
      </p:sp>
      <p:sp>
        <p:nvSpPr>
          <p:cNvPr id="16" name="Shape 10"/>
          <p:cNvSpPr/>
          <p:nvPr/>
        </p:nvSpPr>
        <p:spPr>
          <a:xfrm>
            <a:off x="548640" y="4754880"/>
            <a:ext cx="11064240" cy="914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093208"/>
            <a:ext cx="411480" cy="41148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234440" y="493776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Constraints and indexes</a:t>
            </a:r>
            <a:endParaRPr lang="en-US" sz="1800" dirty="0"/>
          </a:p>
        </p:txBody>
      </p:sp>
      <p:sp>
        <p:nvSpPr>
          <p:cNvPr id="19" name="Text 12"/>
          <p:cNvSpPr txBox="1"/>
          <p:nvPr/>
        </p:nvSpPr>
        <p:spPr>
          <a:xfrm>
            <a:off x="5212080" y="49377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Foreign keys and indexes on the access-check and report columns.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73736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Try it yourself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Live demo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108960" y="329184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bg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https://goflix-dashboard-demo.vercel.app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Slides (PDF)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108960" y="393192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bg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https://goflix-dashboard-demo.vercel.app/goflix-walkthrough.pdf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572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Slides (PPTX)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108960" y="457200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bg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https://goflix-dashboard-demo.vercel.app/goflix-walkthrough.pptx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The demo code is in a private GitHub repo; access is given during the interview. The dashboard speaks Bahasa Indonesia and English; demo data is restored every 3 hours.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flix Screening Room">
  <a:themeElements>
    <a:clrScheme name="Goflix Screening Room">
      <a:dk1>
        <a:srgbClr val="15211B"/>
      </a:dk1>
      <a:lt1>
        <a:srgbClr val="FFFFFF"/>
      </a:lt1>
      <a:dk2>
        <a:srgbClr val="0D1D15"/>
      </a:dk2>
      <a:lt2>
        <a:srgbClr val="EEF3EF"/>
      </a:lt2>
      <a:accent1>
        <a:srgbClr val="1E9E57"/>
      </a:accent1>
      <a:accent2>
        <a:srgbClr val="C9971C"/>
      </a:accent2>
      <a:accent3>
        <a:srgbClr val="C8433A"/>
      </a:accent3>
      <a:accent4>
        <a:srgbClr val="5B6B62"/>
      </a:accent4>
      <a:accent5>
        <a:srgbClr val="A7B6AD"/>
      </a:accent5>
      <a:accent6>
        <a:srgbClr val="D6E2DA"/>
      </a:accent6>
      <a:hlink>
        <a:srgbClr val="1E9E57"/>
      </a:hlink>
      <a:folHlink>
        <a:srgbClr val="5B6B62"/>
      </a:folHlink>
    </a:clrScheme>
    <a:fontScheme name="Goflix Screening Room">
      <a:majorFont>
        <a:latin typeface="Bookman Old Styl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Goflix: the streaming platform's admin dashboard</dc:title>
  <dc:subject>PptxGenJS Presentation</dc:subject>
  <dc:creator>Enrico Saputra</dc:creator>
  <cp:lastModifiedBy>Enrico Saputra</cp:lastModifiedBy>
  <cp:revision>1</cp:revision>
  <dcterms:created xsi:type="dcterms:W3CDTF">2026-10-20T03:08:24Z</dcterms:created>
  <dcterms:modified xsi:type="dcterms:W3CDTF">2026-10-20T03:08:24Z</dcterms:modified>
</cp:coreProperties>
</file>