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1101755-496b-e9eb-822a-c03eb43e74a4}">
          <p14:sldIdLst>
            <p14:sldId id="256"/>
          </p14:sldIdLst>
        </p14:section>
        <p14:section name="Product" id="{be2617af-0895-0c5f-0430-bdb6f9db1c4f}">
          <p14:sldIdLst>
            <p14:sldId id="257"/>
            <p14:sldId id="258"/>
            <p14:sldId id="259"/>
            <p14:sldId id="260"/>
          </p14:sldIdLst>
        </p14:section>
        <p14:section name="System design" id="{de78e391-d7b5-8f9a-7425-a60e0cc6d320}">
          <p14:sldIdLst>
            <p14:sldId id="261"/>
            <p14:sldId id="262"/>
            <p14:sldId id="263"/>
            <p14:sldId id="264"/>
            <p14:sldId id="265"/>
          </p14:sldIdLst>
        </p14:section>
        <p14:section name="Business rules" id="{e0d4437e-fbd5-04c3-158b-1f0f5e475b0f}">
          <p14:sldIdLst>
            <p14:sldId id="266"/>
            <p14:sldId id="267"/>
            <p14:sldId id="268"/>
          </p14:sldIdLst>
        </p14:section>
        <p14:section name="Code" id="{8f317d77-4b8d-20b6-a622-f07face9163f}">
          <p14:sldIdLst>
            <p14:sldId id="269"/>
            <p14:sldId id="270"/>
            <p14:sldId id="271"/>
          </p14:sldIdLst>
        </p14:section>
        <p14:section name="Closing" id="{3ac4f2fa-416b-4357-b139-2872a872621d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Goflix has three parts. I built the Laravel dashboard. The demo rebuilds that dashboard with made-up data because the real code is under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is the viewer app (Vue and Go), not my part. Right is the dashboard I built, in its demo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rule in this deck turns on these three ways in. Point out that an episode can be premium on its own or through its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from the viewer's point of view. The dashboard I built is the team's tool behind these screens.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demo dashboard menus, the same as the part of the production dashboard I worked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for heavy playback traffic, Laravel for the internal team's forms and CRUD. Both write to the same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has about 40 tables, including games, music, radio and banners. The demo keeps the tables that carry the dashboard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Movies, series, episodes and seasons, with pivot tables for genres, languages and 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Plans, subscriptions, rentals and coupons. users.subscription_ends_on serves the fast access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 to discuss: why the old pattern hurts and how to fix it without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it in the demo: add a plan for a user who is still subscribed and watch the end date move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rule the Go API runs before playback. The dashboard has a Check button on the user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subscribers-cannot-rent rule stops people paying twice and cuts refund requests.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row, have one example from this project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app/Services/SubscriptionService.php in the demo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check a premium movie for a user without a plan, add a rental, then check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 and offer to open the demo or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walkthrough.pdf" TargetMode="External"/><Relationship Id="rId3" Type="http://schemas.openxmlformats.org/officeDocument/2006/relationships/hyperlink" Target="https://goflix-dashboard-demo.vercel.app/goflix-walkthrough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STREAMING PLATFORM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The admin dashboard behind the catalog, the plans, and who may watch what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Laravel dashboard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Client code and data are private. The demo rebuilds the Laravel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Viewers see this; the team works here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en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Viewer app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my part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content team adds movies and episodes, the business team sets plans and coupons, and support answers "why can't I watch this?"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ways to watch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Free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Free titles play for anyone with an active account.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monthly or yearly plan opens every premium title.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Rental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One premium movie, for a few days, without a plan.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 part: the catalog, plans and coupons, users and payments, and the reports on them.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the app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5257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Goflix is a streaming platform for local and international movies and series, on the web (Vue.js) and on mobile. Some titles are free; premium titles open with a monthly or yearly plan, or by renting a single movie.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Who uses it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Viewers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95020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Watch, save titles and continue where they stopped.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453128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Content and business team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9145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Manage the catalog, plans, prices and coupons in the dashboard.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29437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Support team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3270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Check why a user can or cannot watch something.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7220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User journey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446520" y="2194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210312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viewer signs in on the web or mobile app.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4652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4652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2871216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They browse movies and series by genre.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46520" y="373075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46520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6393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Free titles play right away; premium titles ask for a plan or a rental.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46520" y="44988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4652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40740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They pay for a plan or rental through the payment gateway and get access.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446520" y="526694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465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86600" y="51755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Viewing history is saved, so they can continue from where they stopped.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dashboard contains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257800"/>
                <a:gridCol w="3429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Menu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What it does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Data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Dashboard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Revenue per month, active subscribers, hours watched, top movies and genres, plans sold, sign-in methods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subscriptions, rentals, watch_history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Movies, Series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The catalog: movies, series with episodes per season, free or premium, rent price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movies, shows, episodes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Genres, Languages, Cast, Seasons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Master data for the catalog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genres, languages, people, seasons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Users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Subscription status, payments, continue watching and an access check per title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users, watch_history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Subscriptions, Rentals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Payment records; can be added, never edited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subscriptions, rentals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Plans, Coupons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Plan price and length, plan-card lines, discount coupons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packages, coupons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parts, one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Vue.js web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Mobile app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 API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dashboard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Two writers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API writes activity and in-app payments; the dashboard writes the catalog, plans and corrections.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server decides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app never decides access on its own. The dashboard shows support the same rule.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API in the dashboard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Everything the apps need goes through the Go API.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data model in three groups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Users and money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Activity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Written by the apps while people watch. The dashboard only reads it, for reports and continue watching.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is the source of truth for a fast access check; only SubscriptionService may change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Database 1/2: the catalog</a:t>
            </a:r>
            <a:endParaRPr lang="en-US" sz="3200" dirty="0"/>
          </a:p>
        </p:txBody>
      </p:sp>
      <p:pic>
        <p:nvPicPr>
          <p:cNvPr id="5" name="ERD catalog" descr="/workspaces/.xc-work/erd/goflix-catalog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4725" y="1325880"/>
            <a:ext cx="5472070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Movies, series, episodes and seasons, with pivot tables for genres, languages and cast. Boxes without columns are tables from the other part.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Database 2/2: users and payments</a:t>
            </a:r>
            <a:endParaRPr lang="en-US" sz="3200" dirty="0"/>
          </a:p>
        </p:txBody>
      </p:sp>
      <p:pic>
        <p:nvPicPr>
          <p:cNvPr id="5" name="ERD users" descr="/workspaces/.xc-work/erd/goflix-users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5433" y="1325880"/>
            <a:ext cx="6070655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Plans, subscriptions, rentals and coupons. users.subscription_ends_on serves the fast access check. Boxes without columns are tables from the other part.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Relations: from text to pivot tables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Production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Cannot be joined or indexed; deleted ids stay behind.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keys, normal joins, and the genre report is one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Gradual migration: add the pivot, fill it from the old column, move readers one by one, then drop the old column.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Renewing without losing paid days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Active until 20 Mar, buys 12 months on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old: until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new: 21 Mar to 20 Mar next year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Ended 31 Jan, buys 1 month on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lapsed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to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place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SubscriptionService moves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transaction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payment and the end date are saved together, or neither is.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row lock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makes a second payment wait and count from the new date.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Who may watch what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Account and title active?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no: refused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no: free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Active plan?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yes: allowed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Movie rented?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yes: allowed until it expires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Refused: needs a plan, or a rental if the movie has a rent price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episode is premium on its own or through its series. One AccessService is used everywhere, and the dashboard shows it per user so support can answer complaints.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Rentals and coupons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Renting one movie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premium movies with a rent price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Lasts rent_days days from payment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Active subscribers cannot rent: it is already included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 same movie cannot be rented twice at once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Example: an active subscriber tries to rent a premium movie → refused, because the plan already includes it. Nobody pays twice, and refund requests drop.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Coupons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Fixed amount or percentage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valid between its start and end dates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Never takes a price below zero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single-use coupon works once per user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this stack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Choice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Why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The dashboard: forms, validation, CRUD. My part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PostgreSQL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Shared with the Go API; transactions and row locks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Go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The apps' API: heavy playback traffic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Blade +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An internal admin needs no SPA; one chart needs only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renewal is one transaction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Rules in services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 controllers; plans, rentals, coupons and access are plain classes.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Enums, not numbers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Sign-in, role and coupon type are typed.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Tests on the rules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revenue, then a user's access check</a:t>
            </a:r>
            <a:endParaRPr lang="en-US" sz="3200" dirty="0"/>
          </a:p>
        </p:txBody>
      </p:sp>
      <p:pic>
        <p:nvPicPr>
          <p:cNvPr id="5" name="dashboard" descr="/workspaces/.xc-work/assets/goflix/e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en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plan and rental revenue per month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User page: status, payments and the access check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Demo and slides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The demo code is in a private GitHub repo; access is given during the interview. The dashboard speaks Bahasa Indonesia and English; demo data is restored every 3 hours.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Enrico Saputra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the streaming platform's admin dashboard</dc:title>
  <dc:subject>Goflix: the streaming platform's admin dashboard</dc:subject>
  <dc:creator>Enrico Saputra</dc:creator>
  <cp:lastModifiedBy>Enrico Saputra</cp:lastModifiedBy>
  <cp:revision>1</cp:revision>
  <dcterms:created xsi:type="dcterms:W3CDTF">2026-10-20T10:03:02Z</dcterms:created>
  <dcterms:modified xsi:type="dcterms:W3CDTF">2026-10-20T10:03:02Z</dcterms:modified>
</cp:coreProperties>
</file>