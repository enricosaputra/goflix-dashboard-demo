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b108437-ada0-b3d2-a6a0-08446a0f2335}">
          <p14:sldIdLst>
            <p14:sldId id="256"/>
          </p14:sldIdLst>
        </p14:section>
        <p14:section name="Product" id="{9f9a3e40-3593-3850-5d1c-a6064634da79}">
          <p14:sldIdLst>
            <p14:sldId id="257"/>
            <p14:sldId id="258"/>
          </p14:sldIdLst>
        </p14:section>
        <p14:section name="System design" id="{37d536db-91d8-4b46-686f-b13278fadbd4}">
          <p14:sldIdLst>
            <p14:sldId id="259"/>
            <p14:sldId id="260"/>
            <p14:sldId id="261"/>
          </p14:sldIdLst>
        </p14:section>
        <p14:section name="Business rules" id="{94a2f171-52a1-ab0d-a4a5-df5949deefe0}">
          <p14:sldIdLst>
            <p14:sldId id="262"/>
            <p14:sldId id="263"/>
            <p14:sldId id="264"/>
            <p14:sldId id="265"/>
          </p14:sldIdLst>
        </p14:section>
        <p14:section name="Code" id="{d9c18592-29be-0ade-4a1e-9bf2164697f1}">
          <p14:sldIdLst>
            <p14:sldId id="266"/>
            <p14:sldId id="267"/>
            <p14:sldId id="268"/>
          </p14:sldIdLst>
        </p14:section>
        <p14:section name="Closing" id="{98a9659d-8d35-4ea0-9a49-d44b4cd9e4c3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Goflix has three parts. I built the Laravel dashboard. The demo rebuilds that dashboard with made-up data because the real code is under 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is the viewer app (Vue and Go), not my part. Right is the dashboard I built, in its demo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rule in this deck turns on these three ways in. Point out that an episode can be premium on its own or through its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for heavy playback traffic, Laravel for the internal team's forms and CRUD. Both write to the same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has about 40 tables, including games, music, radio and banners. The demo keeps the tables that carry the dashboard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design point to discuss: why the old pattern hurts and how to fix it without downtime.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it in the demo: add a plan for a user who is still subscribed and watch the end date move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rule the Go API runs before playback. The dashboard has a Check button on the user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subscribers-cannot-rent rule stops people paying twice and cuts refund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reason and the risk ready for each. For example, the duplicate end date can drift, so only one service may change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also uses Blade, Tailwind and Chart.js, and runs on PostgreSQL like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app/Services/SubscriptionService.php in the demo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check a premium movie for a user without a plan, add a rental, then check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one or two you are most ready to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links and offer to open the demo or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F 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F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Goflix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oflix-dashboard-demo.vercel.app" TargetMode="External"/><Relationship Id="rId2" Type="http://schemas.openxmlformats.org/officeDocument/2006/relationships/hyperlink" Target="https://goflix-dashboard-demo.vercel.app/goflix-walkthrough.pdf" TargetMode="External"/><Relationship Id="rId3" Type="http://schemas.openxmlformats.org/officeDocument/2006/relationships/hyperlink" Target="https://goflix-dashboard-demo.vercel.app/goflix-walkthrough.pptx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flix viewer app" descr="/workspaces/.xc-work/assets/goflix/site-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02552" y="0"/>
            <a:ext cx="5486400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STREAMING PLATFORM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7373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Goflix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1546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The admin dashboard behind the catalog, the plans, and who may watch what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120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Enrico Saputra  ·  Backend developer, Laravel dashboard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5321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Client code and data are private. The demo rebuilds the Laravel dashboard on the real data model, with made-up data.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Viewers see this; the team works here</a:t>
            </a:r>
            <a:endParaRPr lang="en-US" sz="3200" dirty="0"/>
          </a:p>
        </p:txBody>
      </p:sp>
      <p:pic>
        <p:nvPicPr>
          <p:cNvPr id="5" name="viewer app" descr="/workspaces/.xc-work/assets/goflix/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49240" cy="2628239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D1D15">
                <a:alpha val="22000"/>
              </a:srgbClr>
            </a:outerShdw>
          </a:effectLst>
        </p:spPr>
      </p:pic>
      <p:pic>
        <p:nvPicPr>
          <p:cNvPr id="6" name="dashboard" descr="/workspaces/.xc-work/assets/goflix/en-dashboard-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349240" cy="2628239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D1D15">
                <a:alpha val="22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548640" y="4434840"/>
            <a:ext cx="310896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48640" y="4434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Viewer app · Vue + Go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6263640" y="4434840"/>
            <a:ext cx="356616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263640" y="4434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Dashboard · Laravel · my part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content team adds movies and episodes, the business team sets plans and coupons, and support answers "why can't I watch this?"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ways to watch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420624" cy="4206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Free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Free titles play for anyone with an active account.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297680" y="16002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17720" y="19202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12140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1772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461772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 monthly or yearly plan opens every premium title.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8046720" y="16002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66760" y="192024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12140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6676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Rental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836676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One premium movie, for a few days, without a plan.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My part: the catalog, plans and coupons, users and payments, and the reports on them.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parts, one database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22860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Vue.js web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48640" y="2606040"/>
            <a:ext cx="22860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Mobile app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3749040" y="2103120"/>
            <a:ext cx="20116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49040" y="2103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 API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675120" y="2103120"/>
            <a:ext cx="210312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0" y="2103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9509760" y="2103120"/>
            <a:ext cx="210312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509760" y="2103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Laravel dashboard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3749040" y="3474720"/>
            <a:ext cx="201168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49040" y="3474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Payment gateway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749040" y="3474720"/>
            <a:ext cx="2011680" cy="685800"/>
          </a:xfrm>
          <a:prstGeom prst="roundRect">
            <a:avLst>
              <a:gd name="adj" fmla="val 16000"/>
            </a:avLst>
          </a:prstGeom>
          <a:ln w="15875">
            <a:solidFill>
              <a:schemeClr val="accent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34640" y="1993392"/>
            <a:ext cx="914400" cy="38404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V="1">
            <a:off x="2834640" y="2606040"/>
            <a:ext cx="914400" cy="33832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760720" y="2487168"/>
            <a:ext cx="91440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 flipH="1">
            <a:off x="8778240" y="2487168"/>
            <a:ext cx="73152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754880" y="2880360"/>
            <a:ext cx="914" cy="59436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4864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Two writers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9834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API writes activity and in-app payments; the dashboard writes the catalog, plans and corrections.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29768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server decides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49834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app never decides access on its own. The dashboard shows support the same rule.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04672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API in the dashboard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8046720" y="49834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Everything the apps need goes through the Go 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data model in three groups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8105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Catalog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22960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359152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359152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2960" y="3035808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30358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359152" y="3035808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359152" y="30358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" y="3602736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2960" y="360273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359152" y="3602736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359152" y="360273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22960" y="4169664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22960" y="416966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</a:t>
            </a:r>
            <a:endParaRPr lang="en-US" sz="1100" dirty="0"/>
          </a:p>
        </p:txBody>
      </p:sp>
      <p:sp>
        <p:nvSpPr>
          <p:cNvPr id="22" name="card"/>
          <p:cNvSpPr/>
          <p:nvPr/>
        </p:nvSpPr>
        <p:spPr>
          <a:xfrm>
            <a:off x="4297680" y="16002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074920" y="18105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Users and money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4572000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572000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108192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108192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0" y="3035808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572000" y="30358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package_features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108192" y="3035808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108192" y="30358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572000" y="3602736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572000" y="360273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rentals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108192" y="3602736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108192" y="360273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coupons</a:t>
            </a:r>
            <a:endParaRPr lang="en-US" sz="1100" dirty="0"/>
          </a:p>
        </p:txBody>
      </p:sp>
      <p:sp>
        <p:nvSpPr>
          <p:cNvPr id="37" name="card"/>
          <p:cNvSpPr/>
          <p:nvPr/>
        </p:nvSpPr>
        <p:spPr>
          <a:xfrm>
            <a:off x="8046720" y="16002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0"/>
            <a:ext cx="384048" cy="384048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823960" y="18105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Activity</a:t>
            </a:r>
            <a:endParaRPr lang="en-US" sz="1700" dirty="0"/>
          </a:p>
        </p:txBody>
      </p:sp>
      <p:sp>
        <p:nvSpPr>
          <p:cNvPr id="40" name="Text 34"/>
          <p:cNvSpPr txBox="1"/>
          <p:nvPr/>
        </p:nvSpPr>
        <p:spPr>
          <a:xfrm>
            <a:off x="8321040" y="31546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Written by the apps while people watch. The dashboard only reads it, for reports and continue watching.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8321040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8321040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watch_history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9857232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9857232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bookmarks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users.subscription_ends_on is the source of truth for a fast access check; only SubscriptionService may change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Relations: from text to pivot tables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774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category_id: '6,12,19'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cast_id: '1,108,109,110'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160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Cannot be joined or indexed; deleted ids stay behind.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492240" y="160020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1228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Demo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23774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genre_movie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(movie_id 12, genre_id 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(movie_id 12, genre_id 12)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(movie_id 12, genre_id 19)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4160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Foreign keys, normal joins, and the genre report is one query.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3337560"/>
            <a:ext cx="68580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Gradual migration: add the pivot, fill it from the old column, move readers one by one, then drop the old column.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Renewing without losing paid days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Active until 20 Mar, buys 12 months on 10 Mar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057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old: until 20 Mar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2057400"/>
            <a:ext cx="827532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2057400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new: 21 Mar to 20 Mar next year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Ended 31 Jan, buys 1 month on 10 Mar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lapsed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37560" y="342900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37560" y="3429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 Mar to 9 Apr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43434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place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SubscriptionService moves users.subscription_ends_on.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297680" y="43434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transaction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payment and the end date are saved together, or neither is.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8046720" y="43434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2104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row lock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lockForUpdate makes a second payment wait and count from the new date.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Who may watch what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91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Account and title active?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63240" y="2258568"/>
            <a:ext cx="32004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80594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no: refused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38328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1691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Premium?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897880" y="2258568"/>
            <a:ext cx="32004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64058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83280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no: free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21792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1691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Active plan?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732520" y="2258568"/>
            <a:ext cx="32004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47522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yes: allowed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905256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35440" y="1691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Movie rented?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30986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52560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yes: allowed until it expires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41605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4160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Refused: needs a plan, or a rental if the movie has a rent price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episode is premium on its own or through its series. One AccessService is used everywhere, and the dashboard shows it per user so support can answer complaints.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08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Rentals and coupons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Renting one movie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3774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Only premium movies with a rent price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Lasts rent_days days from payment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Active subscribers cannot rent: it is already included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same movie cannot be rented twice at once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6080760" y="1737360"/>
            <a:ext cx="914" cy="283464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48920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Example: an active subscriber tries to rent a premium movie → refused, because the plan already includes it. Nobody pays twice, and refund requests drop.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3232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Coupons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6492240" y="23774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Fixed amount or percentage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Only valid between its start and end dates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Never takes a price below zero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single-use coupon works once per user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Decisions worth talking about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End date on users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514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Deliberate duplication: one indexed column beats finding the latest subscription on every play.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172200" y="169164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Payments cannot be edited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2514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Subscriptions and rentals are financial records. A correction is a new entry.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88620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114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160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Deactivate, not delete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7091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 genre, plan, coupon or user in use can only be deactivated.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6172200" y="388620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46520" y="4114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086600" y="4160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Episodes updated in place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47091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The same rows are kept, so viewing history stays attached.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Tech stack and why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Laravel 10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Admin dashboard: forms, validation, CRUD. The part I built.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383280" y="169164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PostgreSQL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26974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One database for the API and the dashboard, with transactions and row locks.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217920" y="169164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6974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apps' API: heavy playback traffic, low latency.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9052560" y="169164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2688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Vue.js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26974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viewer web app.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Demo: Laravel 10, Blade, Tailwind, Chart.js and PostgreSQL, like production. The green one is my part.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Keeping the code easy to read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6949440" cy="393192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2024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DB::transaction(function () use (...)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$user = User::lockForUpdate()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-&gt;findOrFail($user-&gt;id);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$startsOn = $user-&gt;subscription_ends_on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?-&gt;gte($today)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$user-&gt;subscription_ends_on-&gt;addDay()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$today;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$endsOn = $startsOn-&gt;copy()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-&gt;addMonthsNoOverflow($months)-&gt;subDay();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$user-&gt;subscriptions()-&gt;create([...]);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$user-&gt;update(['subscription_ends_on' =&gt; $endsOn]);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Rules in services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1031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Thin controllers; plans, rentals, coupons and access are plain classes.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108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Enums, not numbers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566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Sign-in, role and coupon type are typed.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572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Tests on the rules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5029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33 feature tests.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demo app</a:t>
            </a:r>
            <a:endParaRPr lang="en-US" sz="3200" dirty="0"/>
          </a:p>
        </p:txBody>
      </p:sp>
      <p:pic>
        <p:nvPicPr>
          <p:cNvPr id="5" name="dashboard" descr="/workspaces/.xc-work/assets/goflix/e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49240" cy="334327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D1D15">
                <a:alpha val="22000"/>
              </a:srgbClr>
            </a:outerShdw>
          </a:effectLst>
        </p:spPr>
      </p:pic>
      <p:pic>
        <p:nvPicPr>
          <p:cNvPr id="6" name="user page" descr="/workspaces/.xc-work/assets/goflix/en-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349240" cy="334327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D1D15">
                <a:alpha val="22000"/>
              </a:srgbClr>
            </a:outerShdw>
          </a:effectLst>
        </p:spPr>
      </p:pic>
      <p:sp>
        <p:nvSpPr>
          <p:cNvPr id="7" name="Text 2"/>
          <p:cNvSpPr txBox="1"/>
          <p:nvPr/>
        </p:nvSpPr>
        <p:spPr>
          <a:xfrm>
            <a:off x="548640" y="512635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Dashboard: plan and rental revenue per month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6263640" y="512635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User page: status, payments and the access check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 would improve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1368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1645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Move to pivot tables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212080" y="1645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Replace the comma-separated ids step by step, with no downtime.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48640" y="2560320"/>
            <a:ext cx="1106424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98648"/>
            <a:ext cx="411480" cy="4114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34440" y="2743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shared rule contract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521208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The access rule lives in Go and Laravel; one shared set of test cases keeps them in step.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3657600"/>
            <a:ext cx="1106424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95928"/>
            <a:ext cx="411480" cy="4114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38404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Large viewing history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5212080" y="3840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Partition watch_history by month, report from a daily summary table.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548640" y="4754880"/>
            <a:ext cx="1106424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93208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4440" y="4937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Constraints and indexes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5212080" y="4937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Foreign keys and indexes on the access-check and report columns.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Try it yourself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Live demo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3291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https://goflix-dashboard-demo.vercel.app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Slides (PDF)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931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https://goflix-dashboard-demo.vercel.app/goflix-walkthrough.pdf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Slides (PPTX)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4572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https://goflix-dashboard-demo.vercel.app/goflix-walkthrough.pptx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The demo code is in a private GitHub repo; access is given during the interview. The dashboard speaks Bahasa Indonesia and English; demo data is restored every 3 hours.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flix Screening Room">
  <a:themeElements>
    <a:clrScheme name="Goflix Screening Room">
      <a:dk1>
        <a:srgbClr val="15211B"/>
      </a:dk1>
      <a:lt1>
        <a:srgbClr val="FFFFFF"/>
      </a:lt1>
      <a:dk2>
        <a:srgbClr val="0D1D15"/>
      </a:dk2>
      <a:lt2>
        <a:srgbClr val="EEF3EF"/>
      </a:lt2>
      <a:accent1>
        <a:srgbClr val="1E9E57"/>
      </a:accent1>
      <a:accent2>
        <a:srgbClr val="C9971C"/>
      </a:accent2>
      <a:accent3>
        <a:srgbClr val="C8433A"/>
      </a:accent3>
      <a:accent4>
        <a:srgbClr val="5B6B62"/>
      </a:accent4>
      <a:accent5>
        <a:srgbClr val="A7B6AD"/>
      </a:accent5>
      <a:accent6>
        <a:srgbClr val="D6E2DA"/>
      </a:accent6>
      <a:hlink>
        <a:srgbClr val="1E9E57"/>
      </a:hlink>
      <a:folHlink>
        <a:srgbClr val="5B6B62"/>
      </a:folHlink>
    </a:clrScheme>
    <a:fontScheme name="Goflix Screening Room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Goflix: the streaming platform's admin dashboard</dc:title>
  <dc:subject>PptxGenJS Presentation</dc:subject>
  <dc:creator>Enrico Saputra</dc:creator>
  <cp:lastModifiedBy>Enrico Saputra</cp:lastModifiedBy>
  <cp:revision>1</cp:revision>
  <dcterms:created xsi:type="dcterms:W3CDTF">2026-10-20T03:50:35Z</dcterms:created>
  <dcterms:modified xsi:type="dcterms:W3CDTF">2026-10-20T03:50:35Z</dcterms:modified>
</cp:coreProperties>
</file>