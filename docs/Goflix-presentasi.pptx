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c120b066-e2d0-d885-9566-9652f5fac1b6}">
          <p14:sldIdLst>
            <p14:sldId id="256"/>
          </p14:sldIdLst>
        </p14:section>
        <p14:section name="Produk" id="{0c1b174c-8971-458f-26e1-153a299af93a}">
          <p14:sldIdLst>
            <p14:sldId id="257"/>
            <p14:sldId id="258"/>
          </p14:sldIdLst>
        </p14:section>
        <p14:section name="Desain sistem" id="{77d2042c-5983-cf5d-30d5-ffb25a552e13}">
          <p14:sldIdLst>
            <p14:sldId id="259"/>
            <p14:sldId id="260"/>
            <p14:sldId id="261"/>
            <p14:sldId id="262"/>
          </p14:sldIdLst>
        </p14:section>
        <p14:section name="Aturan bisnis" id="{028d5efb-b486-ecea-1b76-c145611a6a08}">
          <p14:sldIdLst>
            <p14:sldId id="263"/>
            <p14:sldId id="264"/>
            <p14:sldId id="265"/>
          </p14:sldIdLst>
        </p14:section>
        <p14:section name="Kode" id="{972b52da-e013-afc6-4c0f-1bcba4c2295b}">
          <p14:sldIdLst>
            <p14:sldId id="266"/>
            <p14:sldId id="267"/>
            <p14:sldId id="268"/>
          </p14:sldIdLst>
        </p14:section>
        <p14:section name="Penutup" id="{85a796cf-53cd-3e13-30f7-29334eb86f25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Goflix punya tiga bagian. Saya mengerjakan dashboard Laravel. Demo membangun ulang dashboard itu dengan data buatan karena kode asli di bawah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Kiri adalah aplikasi penonton (Vue dan Go), bukan bagian saya. Kanan adalah dashboard yang saya bangun, dalam versi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aturan di deck ini berputar di tiga cara akses ini. Tekankan bahwa episode bisa premium sendiri atau karena serialnya.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untuk trafik pemutaran yang tinggi, Laravel untuk form dan CRUD tim internal. Keduanya menulis ke PostgreSQL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Produksi punya sekitar 40 tabel, termasuk game, musik, radio, dan banner. Demo fokus pada tabel yang membawa aturan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alur dari kiri ke kanan: master data, lalu dokumen, lalu catatan.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 untuk dibahas: kenapa pola lama bermasalah dan bagaimana memperbaikinya tanpa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di demo: tambah langganan untuk pengguna yang masih aktif dan lihat tanggal berakhirnya bertambah.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aturan yang dijalankan API Go sebelum memutar video. Di dashboard ada tombol Cek di halaman pengguna.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pelanggan tidak bisa menyewa mencegah pengguna membayar dua kali dan mengurangi permintaan refund.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tiap baris, siapkan satu contoh dari proyek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app/Services/SubscriptionService.php di repo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cek film premium untuk pengguna tanpa langganan, tambahkan sewa, lalu cek lagi.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Menyebutkan yang belum selesai sendiri menunjukkan saya tahu di mana sistemnya tipis. Pilih satu untuk dibahas.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 dan tawarkan membuka demo atau kode.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presentasi.pdf" TargetMode="External"/><Relationship Id="rId3" Type="http://schemas.openxmlformats.org/officeDocument/2006/relationships/hyperlink" Target="https://goflix-dashboard-demo.vercel.app/goflix-presentasi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PLATFORM STREAMING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Dashboard admin yang mengatur katalog, paket, dan siapa boleh menonton apa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dashboard Laravel di atas model data asli, dengan data buatan.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Penonton melihat ini; tim bekerja di sini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id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Aplikasi penonton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bagian saya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 konten menambah film dan episode, tim bisnis mengatur paket dan kupon, tim support menjawab "kenapa saya tidak bisa menonton ini?"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cara menonton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Gratis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Judul gratis bisa diputar siapa saja yang akunnya aktif.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Langganan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Paket bulanan atau tahunan membuka semua judul premium.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Satu film premium, untuk beberapa hari, tanpa berlangganan.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Bagian saya: katalog, paket dan kupon, pengguna dan pembayaran, serta laporannya.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bagian, satu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Web Vue.js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Aplikasi mobile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API Go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Dua penulis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menulis aktivitas dan pembayaran dari aplikasi; dashboard menulis katalog, paket, dan koreksi.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Server yang memutuskan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Aplikasi tidak memutuskan akses sendiri. Dashboard memakai aturan yang sama untuk support.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Dashboard tanpa API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Semua yang dibutuhkan aplikasi lewat API 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 data dalam tiga kelompok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Pengguna dan uang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Aktivitas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Ditulis aplikasi saat orang menonton. Dashboard hanya membaca, untuk laporan dan lanjut menonton.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adalah sumber kebenaran untuk cek akses yang cepat; hanya SubscriptionService yang boleh mengubahnya.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Struktur database (ERD)</a:t>
            </a:r>
            <a:endParaRPr lang="en-US" sz="3200" dirty="0"/>
          </a:p>
        </p:txBody>
      </p:sp>
      <p:pic>
        <p:nvPicPr>
          <p:cNvPr id="5" name="ERD" descr="/workspaces/.xc-work/erd/goflix-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026899" cy="4800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87019" y="1417320"/>
            <a:ext cx="46258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Katalog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987019" y="1801368"/>
            <a:ext cx="462586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movies, shows, episodes, seasons, dengan pivot genre, bahasa, dan pemain.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987019" y="2606040"/>
            <a:ext cx="46258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users.subscription_ends_on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987019" y="2990088"/>
            <a:ext cx="462586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Sumber kebenaran untuk cek akses yang cepat.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987019" y="3794760"/>
            <a:ext cx="46258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subscriptions, rentals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987019" y="4178808"/>
            <a:ext cx="462586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Catatan pembayaran; tidak pernah diedit atau dihapus.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987019" y="4983480"/>
            <a:ext cx="46258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watch_history, bookmarks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987019" y="5367528"/>
            <a:ext cx="462586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Ditulis aplikasi saat orang menonton; dashboard hanya membaca.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Relasi: dari teks ke tabel pivot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Produksi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Tidak bisa di-join atau di-index; ID yang dihapus tertinggal.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key, join biasa, dan laporan genre jadi satu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Migrasi bertahap: buat pivot, isi dari kolom lama, pindahkan pembaca satu per satu, lalu hapus kolom lama.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 tanpa membuang hari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Masih aktif sampai 20 Mar, membeli 12 bulan pada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lama: s/d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baru: 21 Mar s/d 20 Mar tahun depan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Sudah habis 31 Jan, membeli 1 bulan pada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tidak aktif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s/d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tempat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Hanya SubscriptionService yang mengubah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transaksi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Pembayaran dan tanggal berakhir tersimpan bersama, atau tidak sama sekali.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Baris dikunci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membuat pembayaran kedua menunggu dan menghitung dari tanggal baru.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Siapa boleh menonton apa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Akun dan judul aktif?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tidak: ditolak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tidak: gratis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Langganan aktif?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Film ini disewa?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boleh, sampai sewa habis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Ditolak: perlu langganan, atau sewa jika film punya harga sewa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Episode premium sendiri atau karena serialnya. Satu AccessService dipakai di semua tempat, dan dashboard menampilkannya per pengguna supaya support bisa menjawab keluhan.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Sewa dan kupon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 satu film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film premium yang punya harga sewa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Berlaku rent_days hari sejak dibayar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Pelanggan aktif tidak bisa menyewa: filmnya sudah termasuk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Film yang sama tidak bisa disewa dua kali bersamaan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Contoh: pelanggan aktif menyewa film premium → ditolak, karena filmnya sudah termasuk langganan. Pengguna tidak membayar dua kali, dan permintaan refund berkurang.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Kupon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Nominal tetap atau persentase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berlaku di antara tanggal mulai dan berakhir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Tidak pernah membuat harga di bawah nol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Kupon sekali pakai berlaku sekali per pengguna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Kenapa stack ini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Pilihan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Dashboard: form, validasi, CRUD. Bagian saya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PostgreSQL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Dipakai bersama API Go; transaksi dan row lock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Go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API aplikasi: trafik pemutaran tinggi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Blade +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Admin internal tidak perlu SPA; satu grafik cukup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Perpanjangan dalam satu transaksi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Aturan di service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Controller tipis; langganan, sewa, kupon, akses adalah class biasa.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Enum, bukan angka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Cara masuk, peran, dan jenis kupon bertipe.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 pada aturan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pendapatan, lalu cek akses pengguna</a:t>
            </a:r>
            <a:endParaRPr lang="en-US" sz="3200" dirty="0"/>
          </a:p>
        </p:txBody>
      </p:sp>
      <p:pic>
        <p:nvPicPr>
          <p:cNvPr id="5" name="dashboard" descr="/workspaces/.xc-work/assets/goflix/id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i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pendapatan langganan dan sewa per bulan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Pengguna: status, pembayaran, dan cek akses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Yang belum selesai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Yang belum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Langkah pertama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Produksi masih menyimpan ID dipisah koma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Buat tabel pivot, isi dari kolom lama, pindahkan pembaca satu per satu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Aturan akses ada di Go dan Laravel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Satu set kasus uji bersama yang dijalankan kedua sisi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watch_history terus membesar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Partisi per bulan; laporan dari tabel ringkasan harian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Produksi tanpa foreign key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Foreign key dan index di kolom cek akses dan laporan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Link demo dan slide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Kode demo ada di repo GitHub privat; akses diberikan saat wawancara. Dashboard tersedia dalam Bahasa Indonesia dan English; data demo dipulihkan setiap 3 jam.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dashboard admin platform streaming</dc:title>
  <dc:subject>PptxGenJS Presentation</dc:subject>
  <dc:creator>Enrico Saputra</dc:creator>
  <cp:lastModifiedBy>Enrico Saputra</cp:lastModifiedBy>
  <cp:revision>1</cp:revision>
  <dcterms:created xsi:type="dcterms:W3CDTF">2026-10-20T06:59:22Z</dcterms:created>
  <dcterms:modified xsi:type="dcterms:W3CDTF">2026-10-20T06:59:22Z</dcterms:modified>
</cp:coreProperties>
</file>