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a652c4d5-4a4a-f64b-ee93-3294f07b7679}">
          <p14:sldIdLst>
            <p14:sldId id="256"/>
          </p14:sldIdLst>
        </p14:section>
        <p14:section name="Produk" id="{6e25a1dc-a541-f8bf-8f24-015ff25aa4ac}">
          <p14:sldIdLst>
            <p14:sldId id="257"/>
            <p14:sldId id="258"/>
          </p14:sldIdLst>
        </p14:section>
        <p14:section name="Desain sistem" id="{191ef0a7-d827-75e9-c5a9-d246db1685aa}">
          <p14:sldIdLst>
            <p14:sldId id="259"/>
            <p14:sldId id="260"/>
            <p14:sldId id="261"/>
          </p14:sldIdLst>
        </p14:section>
        <p14:section name="Aturan bisnis" id="{800dba55-9687-91ce-aa14-48b2b7feef58}">
          <p14:sldIdLst>
            <p14:sldId id="262"/>
            <p14:sldId id="263"/>
            <p14:sldId id="264"/>
            <p14:sldId id="265"/>
          </p14:sldIdLst>
        </p14:section>
        <p14:section name="Kode" id="{e1e529da-cdf9-b09e-0c42-947900e101b0}">
          <p14:sldIdLst>
            <p14:sldId id="266"/>
            <p14:sldId id="267"/>
            <p14:sldId id="268"/>
          </p14:sldIdLst>
        </p14:section>
        <p14:section name="Penutup" id="{42c3c3e2-6d0f-a137-b893-b71cb6326369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Pembuka: Goflix punya tiga bagian. Saya mengerjakan dashboard Laravel. Demo membangun ulang dashboard itu dengan data buatan karena kode asli di bawah 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Kiri adalah aplikasi penonton (Vue dan Go), bukan bagian saya. Kanan adalah dashboard yang saya bangun, dalam versi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Semua aturan di deck ini berputar di tiga cara akses ini. Tekankan bahwa episode bisa premium sendiri atau karena serialnya.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untuk trafik pemutaran yang tinggi, Laravel untuk form dan CRUD tim internal. Keduanya menulis ke PostgreSQL yang sama.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Produksi punya sekitar 40 tabel, termasuk game, musik, radio, dan banner. Demo fokus pada tabel yang membawa aturan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poin desain paling kuat untuk dibahas: kenapa pola lama bermasalah dan bagaimana memperbaikinya tanpa downtime.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Tunjukkan di demo: tambah langganan untuk pengguna yang masih aktif dan lihat tanggal berakhirnya bertambah.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aturan yang dijalankan API Go sebelum memutar video. Di dashboard ada tombol Cek di halaman pengguna.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pelanggan tidak bisa menyewa mencegah pengguna membayar dua kali dan mengurangi permintaan refund.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Siapkan alasan dan risiko masing-masing. Contoh: data ganda di users berisiko tidak sinkron, jadi hanya satu service yang boleh mengubahnya.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juga memakai Blade, Tailwind, dan Chart.js, dan berjalan di PostgreSQL seperti produksi.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Ini app/Services/SubscriptionService.php di repo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langsung: cek film premium untuk pengguna tanpa langganan, tambahkan sewa, lalu cek lagi.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Pilih satu atau dua yang paling siap dibahas.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Tutup dengan link dan tawarkan membuka demo atau kode.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ver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F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Goflix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oflix-dashboard-demo.vercel.app" TargetMode="External"/><Relationship Id="rId2" Type="http://schemas.openxmlformats.org/officeDocument/2006/relationships/hyperlink" Target="https://goflix-dashboard-demo.vercel.app/goflix-presentasi.pdf" TargetMode="External"/><Relationship Id="rId3" Type="http://schemas.openxmlformats.org/officeDocument/2006/relationships/hyperlink" Target="https://goflix-dashboard-demo.vercel.app/goflix-presentasi.pptx" TargetMode="External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flix viewer app" descr="/workspaces/.xc-work/assets/goflix/site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2552" y="0"/>
            <a:ext cx="548640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702552" y="0"/>
            <a:ext cx="5486400" cy="6858000"/>
          </a:xfrm>
          <a:prstGeom prst="rect">
            <a:avLst/>
          </a:prstGeom>
          <a:solidFill>
            <a:schemeClr val="tx2">
              <a:alpha val="40000"/>
            </a:schemeClr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325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</a:rPr>
              <a:t>PLATFORM STREAMING</a:t>
            </a:r>
            <a:endParaRPr lang="en-US" sz="13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Goflix</a:t>
            </a:r>
            <a:endParaRPr lang="en-US" sz="6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15468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Dashboard admin yang mengatur katalog, paket, dan siapa boleh menonton apa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12064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dashboard Laravel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532120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Kode dan data klien bersifat rahasia. Demo membangun ulang dashboard Laravel di atas model data asli, dengan data buatan.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Penonton melihat ini; tim bekerja di sini</a:t>
            </a:r>
            <a:endParaRPr lang="en-US" sz="3200" dirty="0"/>
          </a:p>
        </p:txBody>
      </p:sp>
      <p:pic>
        <p:nvPicPr>
          <p:cNvPr id="5" name="viewer app" descr="/workspaces/.xc-work/assets/goflix/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dashboard" descr="/workspaces/.xc-work/assets/goflix/id-dashboard-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2628239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Shape 2"/>
          <p:cNvSpPr/>
          <p:nvPr/>
        </p:nvSpPr>
        <p:spPr>
          <a:xfrm>
            <a:off x="548640" y="4434840"/>
            <a:ext cx="3108960" cy="384048"/>
          </a:xfrm>
          <a:prstGeom prst="roundRect">
            <a:avLst>
              <a:gd name="adj" fmla="val 2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548640" y="443484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Aplikasi penonton · Vue + Go</a:t>
            </a:r>
            <a:endParaRPr lang="en-US" sz="1300" dirty="0"/>
          </a:p>
        </p:txBody>
      </p:sp>
      <p:sp>
        <p:nvSpPr>
          <p:cNvPr id="9" name="Shape 4"/>
          <p:cNvSpPr/>
          <p:nvPr/>
        </p:nvSpPr>
        <p:spPr>
          <a:xfrm>
            <a:off x="6263640" y="4434840"/>
            <a:ext cx="3566160" cy="384048"/>
          </a:xfrm>
          <a:prstGeom prst="roundRect">
            <a:avLst>
              <a:gd name="adj" fmla="val 2381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6263640" y="44348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Dashboard · Laravel · bagian saya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0749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Tim konten menambah film dan episode, tim bisnis mengatur paket dan kupon, tim support menjawab "kenapa saya tidak bisa menonton ini?"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cara menonton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92024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121408"/>
            <a:ext cx="420624" cy="42062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Gratis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86868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Judul gratis bisa diputar siapa saja yang akunnya aktif.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429768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17720" y="192024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121408"/>
            <a:ext cx="420624" cy="42062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61772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Langganan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461772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Paket bulanan atau tahunan membuka semua judul premium.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046720" y="1600200"/>
            <a:ext cx="352044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366760" y="1920240"/>
            <a:ext cx="822960" cy="822960"/>
          </a:xfrm>
          <a:prstGeom prst="ellipse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121408"/>
            <a:ext cx="420624" cy="4206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366760" y="29718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8366760" y="3566160"/>
            <a:ext cx="2926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Satu film premium, untuk beberapa hari, tanpa berlangganan.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548640" y="4937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Bagian saya: katalog, paket dan kupon, pengguna dan pembayaran, serta laporannya.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Tiga bagian, satu database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4592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Web Vue.js</a:t>
            </a:r>
            <a:endParaRPr lang="en-US" sz="1500" dirty="0"/>
          </a:p>
        </p:txBody>
      </p:sp>
      <p:sp>
        <p:nvSpPr>
          <p:cNvPr id="7" name="card"/>
          <p:cNvSpPr/>
          <p:nvPr/>
        </p:nvSpPr>
        <p:spPr>
          <a:xfrm>
            <a:off x="548640" y="2606040"/>
            <a:ext cx="228600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6060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Aplikasi mobile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3749040" y="2103120"/>
            <a:ext cx="2011680" cy="777240"/>
          </a:xfrm>
          <a:prstGeom prst="roundRect">
            <a:avLst>
              <a:gd name="adj" fmla="val 141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749040" y="210312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Go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67512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67512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PostgreSQL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9509760" y="2103120"/>
            <a:ext cx="2103120" cy="777240"/>
          </a:xfrm>
          <a:prstGeom prst="roundRect">
            <a:avLst>
              <a:gd name="adj" fmla="val 1411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509760" y="210312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Dashboard Laravel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749040" y="34747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Payment gateway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3749040" y="3474720"/>
            <a:ext cx="2011680" cy="685800"/>
          </a:xfrm>
          <a:prstGeom prst="roundRect">
            <a:avLst>
              <a:gd name="adj" fmla="val 16000"/>
            </a:avLst>
          </a:prstGeom>
          <a:ln w="15875">
            <a:solidFill>
              <a:schemeClr val="accent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834640" y="1993392"/>
            <a:ext cx="914400" cy="38404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 flipV="1">
            <a:off x="2834640" y="2606040"/>
            <a:ext cx="914400" cy="338328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760720" y="2487168"/>
            <a:ext cx="9144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8778240" y="2487168"/>
            <a:ext cx="73152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4754880" y="2880360"/>
            <a:ext cx="914" cy="59436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54864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Dua penulis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API menulis aktivitas dan pembayaran dari aplikasi; dashboard menulis katalog, paket, dan koreksi.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Server yang memutuskan</a:t>
            </a:r>
            <a:endParaRPr lang="en-US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Aplikasi tidak memutuskan akses sendiri. Dashboard memakai aturan yang sama untuk support.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4526280"/>
            <a:ext cx="3520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Dashboard tanpa API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8046720" y="4983480"/>
            <a:ext cx="3520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Semua yang dibutuhkan aplikasi lewat API Go.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Model data dalam tiga kelompok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2880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Katalog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82296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movies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35915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35915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2296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2296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episodes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5915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35915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seasons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82296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genres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235915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35915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languages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22960" y="4169664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22960" y="4169664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people</a:t>
            </a:r>
            <a:endParaRPr lang="en-US" sz="1100" dirty="0"/>
          </a:p>
        </p:txBody>
      </p:sp>
      <p:sp>
        <p:nvSpPr>
          <p:cNvPr id="22" name="card"/>
          <p:cNvSpPr/>
          <p:nvPr/>
        </p:nvSpPr>
        <p:spPr>
          <a:xfrm>
            <a:off x="429768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828800"/>
            <a:ext cx="384048" cy="38404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7492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Pengguna dan uang</a:t>
            </a:r>
            <a:endParaRPr lang="en-US" sz="1700" dirty="0"/>
          </a:p>
        </p:txBody>
      </p:sp>
      <p:sp>
        <p:nvSpPr>
          <p:cNvPr id="25" name="Shape 20"/>
          <p:cNvSpPr/>
          <p:nvPr/>
        </p:nvSpPr>
        <p:spPr>
          <a:xfrm>
            <a:off x="457200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457200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10819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10819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packages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4572000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572000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package_features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6108192" y="3035808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108192" y="3035808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subscriptions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4572000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4572000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rentals</a:t>
            </a:r>
            <a:endParaRPr lang="en-US" sz="1100" dirty="0"/>
          </a:p>
        </p:txBody>
      </p:sp>
      <p:sp>
        <p:nvSpPr>
          <p:cNvPr id="35" name="Shape 30"/>
          <p:cNvSpPr/>
          <p:nvPr/>
        </p:nvSpPr>
        <p:spPr>
          <a:xfrm>
            <a:off x="6108192" y="3602736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6" name="Text 31"/>
          <p:cNvSpPr txBox="1"/>
          <p:nvPr/>
        </p:nvSpPr>
        <p:spPr>
          <a:xfrm>
            <a:off x="6108192" y="3602736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coupons</a:t>
            </a:r>
            <a:endParaRPr lang="en-US" sz="1100" dirty="0"/>
          </a:p>
        </p:txBody>
      </p:sp>
      <p:sp>
        <p:nvSpPr>
          <p:cNvPr id="37" name="card"/>
          <p:cNvSpPr/>
          <p:nvPr/>
        </p:nvSpPr>
        <p:spPr>
          <a:xfrm>
            <a:off x="8046720" y="160020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828800"/>
            <a:ext cx="384048" cy="384048"/>
          </a:xfrm>
          <a:prstGeom prst="rect">
            <a:avLst/>
          </a:prstGeom>
        </p:spPr>
      </p:pic>
      <p:sp>
        <p:nvSpPr>
          <p:cNvPr id="39" name="Text 33"/>
          <p:cNvSpPr txBox="1"/>
          <p:nvPr/>
        </p:nvSpPr>
        <p:spPr>
          <a:xfrm>
            <a:off x="8823960" y="1810512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Aktivitas</a:t>
            </a:r>
            <a:endParaRPr lang="en-US" sz="1700" dirty="0"/>
          </a:p>
        </p:txBody>
      </p:sp>
      <p:sp>
        <p:nvSpPr>
          <p:cNvPr id="40" name="Text 34"/>
          <p:cNvSpPr txBox="1"/>
          <p:nvPr/>
        </p:nvSpPr>
        <p:spPr>
          <a:xfrm>
            <a:off x="8321040" y="3154680"/>
            <a:ext cx="2971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Ditulis aplikasi saat orang menonton. Dashboard hanya membaca, untuk laporan dan lanjut menonton.</a:t>
            </a:r>
            <a:endParaRPr lang="en-US" sz="1400" dirty="0"/>
          </a:p>
        </p:txBody>
      </p:sp>
      <p:sp>
        <p:nvSpPr>
          <p:cNvPr id="41" name="Shape 35"/>
          <p:cNvSpPr/>
          <p:nvPr/>
        </p:nvSpPr>
        <p:spPr>
          <a:xfrm>
            <a:off x="8321040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321040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watch_history</a:t>
            </a:r>
            <a:endParaRPr lang="en-US" sz="1100" dirty="0"/>
          </a:p>
        </p:txBody>
      </p:sp>
      <p:sp>
        <p:nvSpPr>
          <p:cNvPr id="43" name="Shape 37"/>
          <p:cNvSpPr/>
          <p:nvPr/>
        </p:nvSpPr>
        <p:spPr>
          <a:xfrm>
            <a:off x="9857232" y="2468880"/>
            <a:ext cx="1444752" cy="420624"/>
          </a:xfrm>
          <a:prstGeom prst="roundRect">
            <a:avLst>
              <a:gd name="adj" fmla="val 17391"/>
            </a:avLst>
          </a:prstGeom>
          <a:solidFill>
            <a:schemeClr val="bg1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44" name="Text 38"/>
          <p:cNvSpPr txBox="1"/>
          <p:nvPr/>
        </p:nvSpPr>
        <p:spPr>
          <a:xfrm>
            <a:off x="9857232" y="2468880"/>
            <a:ext cx="1444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bookmarks</a:t>
            </a:r>
            <a:endParaRPr lang="en-US" sz="1100" dirty="0"/>
          </a:p>
        </p:txBody>
      </p:sp>
      <p:sp>
        <p:nvSpPr>
          <p:cNvPr id="45" name="Text 39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users.subscription_ends_on adalah sumber kebenaran untuk cek akses yang cepat; hanya SubscriptionService yang boleh mengubahnya.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Relasi: dari teks ke tabel pivot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Produksi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video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12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category_id: '6,12,19'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cast_id: '1,108,109,110'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Tidak bisa di-join atau di-index; ID yang dihapus tertinggal.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6492240" y="1600200"/>
            <a:ext cx="5120640" cy="352044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812280" y="17830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Demo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812280" y="2377440"/>
            <a:ext cx="44805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genre_movie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12)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(movie_id 12, genre_id 19)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416052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Foreign key, join biasa, dan laporan genre jadi satu query.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760720" y="3337560"/>
            <a:ext cx="68580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548640" y="53949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Migrasi bertahap: buat pivot, isi dari kolom lama, pindahkan pembaca satu per satu, lalu hapus kolom lama.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06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Perpanjang tanpa membuang hari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002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Masih aktif sampai 20 Mar, membeli 12 bulan pada 10 Mar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48640" y="20574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20574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lama: s/d 20 Mar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337560" y="2057400"/>
            <a:ext cx="8275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337560" y="2057400"/>
            <a:ext cx="8275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baru: 21 Mar s/d 20 Mar tahun depan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971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Sudah habis 31 Jan, membeli 1 bulan pada 10 Mar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tidak aktif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37560" y="3429000"/>
            <a:ext cx="274320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37560" y="342900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10 Mar s/d 9 Apr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54864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tempat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2296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Hanya SubscriptionService yang mengubah users.subscription_ends_on.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429768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57200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transaksi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Pembayaran dan tanggal berakhir tersimpan bersama, atau tidak sama sekali.</a:t>
            </a:r>
            <a:endParaRPr lang="en-US" sz="1400" dirty="0"/>
          </a:p>
        </p:txBody>
      </p:sp>
      <p:sp>
        <p:nvSpPr>
          <p:cNvPr id="21" name="card"/>
          <p:cNvSpPr/>
          <p:nvPr/>
        </p:nvSpPr>
        <p:spPr>
          <a:xfrm>
            <a:off x="8046720" y="4343400"/>
            <a:ext cx="3520440" cy="1783080"/>
          </a:xfrm>
          <a:prstGeom prst="roundRect">
            <a:avLst>
              <a:gd name="adj" fmla="val 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321040" y="45262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Baris dikunci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98348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lockForUpdate membuat pembayaran kedua menunggu dan menghitung dari tanggal baru.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07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Siapa boleh menonton apa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Akun dan judul aktif?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06324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180594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4864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tidak: ditolak</a:t>
            </a:r>
            <a:endParaRPr lang="en-US" sz="1400" dirty="0"/>
          </a:p>
        </p:txBody>
      </p:sp>
      <p:sp>
        <p:nvSpPr>
          <p:cNvPr id="10" name="card"/>
          <p:cNvSpPr/>
          <p:nvPr/>
        </p:nvSpPr>
        <p:spPr>
          <a:xfrm>
            <a:off x="338328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6616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Premium?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89788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464058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38328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tidak: gratis</a:t>
            </a:r>
            <a:endParaRPr lang="en-US" sz="1400" dirty="0"/>
          </a:p>
        </p:txBody>
      </p:sp>
      <p:sp>
        <p:nvSpPr>
          <p:cNvPr id="15" name="card"/>
          <p:cNvSpPr/>
          <p:nvPr/>
        </p:nvSpPr>
        <p:spPr>
          <a:xfrm>
            <a:off x="621792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Langganan aktif?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8732520" y="2258568"/>
            <a:ext cx="320040" cy="914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7522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1792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</a:t>
            </a:r>
            <a:endParaRPr lang="en-US" sz="1400" dirty="0"/>
          </a:p>
        </p:txBody>
      </p:sp>
      <p:sp>
        <p:nvSpPr>
          <p:cNvPr id="20" name="card"/>
          <p:cNvSpPr/>
          <p:nvPr/>
        </p:nvSpPr>
        <p:spPr>
          <a:xfrm>
            <a:off x="9052560" y="1691640"/>
            <a:ext cx="25146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235440" y="16916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Film ini disewa?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10309860" y="2834640"/>
            <a:ext cx="914" cy="411480"/>
          </a:xfrm>
          <a:prstGeom prst="line">
            <a:avLst/>
          </a:prstGeom>
          <a:noFill/>
          <a:ln w="15875">
            <a:solidFill>
              <a:schemeClr val="accent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052560" y="329184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ya: boleh, sampai sewa habis</a:t>
            </a:r>
            <a:endParaRPr lang="en-US" sz="1400" dirty="0"/>
          </a:p>
        </p:txBody>
      </p:sp>
      <p:sp>
        <p:nvSpPr>
          <p:cNvPr id="24" name="card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1605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Ditolak: perlu langganan, atau sewa jika film punya harga sewa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1663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Episode premium sendiri atau karena serialnya. Satu AccessService dipakai di semua tempat, dan dashboard menampilkannya per pengguna supaya support bisa menjawab keluhan.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08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Sewa dan kupon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1887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Sewa satu film</a:t>
            </a:r>
            <a:endParaRPr 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film premium yang punya harga sewa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Berlaku rent_days hari sejak dibayar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Pelanggan aktif tidak bisa menyewa: filmnya sudah termasuk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Film yang sama tidak bisa disewa dua kali bersamaan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6080760" y="1737360"/>
            <a:ext cx="914" cy="283464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card"/>
          <p:cNvSpPr/>
          <p:nvPr/>
        </p:nvSpPr>
        <p:spPr>
          <a:xfrm>
            <a:off x="548640" y="4892040"/>
            <a:ext cx="1106424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892040"/>
            <a:ext cx="10515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Contoh: pelanggan aktif menyewa film premium → ditolak, karena filmnya sudah termasuk langganan. Pengguna tidak membayar dua kali, dan permintaan refund berkurang.</a:t>
            </a:r>
            <a:endParaRPr lang="en-US" sz="15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9164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32320" y="16916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Kupon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6492240" y="2377440"/>
            <a:ext cx="5120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Nominal tetap atau persentase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Hanya berlaku di antara tanggal mulai dan berakhir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Tidak pernah membuat harga di bawah nol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Kupon sekali pakai berlaku sekali per pengguna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09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Keputusan yang layak dibahas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Tanggal berakhir di users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514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Data ganda yang disengaja: satu kolom ter-index lebih cepat untuk cek akses di setiap pemutaran.</a:t>
            </a:r>
            <a:endParaRPr lang="en-US" sz="1500" dirty="0"/>
          </a:p>
        </p:txBody>
      </p:sp>
      <p:sp>
        <p:nvSpPr>
          <p:cNvPr id="9" name="card"/>
          <p:cNvSpPr/>
          <p:nvPr/>
        </p:nvSpPr>
        <p:spPr>
          <a:xfrm>
            <a:off x="6172200" y="169164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46520" y="1920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708660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Pembayaran tidak bisa diedit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086600" y="251460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Langganan dan sewa adalah catatan keuangan. Koreksi adalah entri baru.</a:t>
            </a:r>
            <a:endParaRPr lang="en-US" sz="1500" dirty="0"/>
          </a:p>
        </p:txBody>
      </p:sp>
      <p:sp>
        <p:nvSpPr>
          <p:cNvPr id="13" name="card"/>
          <p:cNvSpPr/>
          <p:nvPr/>
        </p:nvSpPr>
        <p:spPr>
          <a:xfrm>
            <a:off x="548640" y="38862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146304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Nonaktifkan, bukan hapus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Genre, paket, kupon, atau pengguna yang sudah dipakai hanya bisa dinonaktifkan.</a:t>
            </a:r>
            <a:endParaRPr lang="en-US" sz="1500" dirty="0"/>
          </a:p>
        </p:txBody>
      </p:sp>
      <p:sp>
        <p:nvSpPr>
          <p:cNvPr id="17" name="card"/>
          <p:cNvSpPr/>
          <p:nvPr/>
        </p:nvSpPr>
        <p:spPr>
          <a:xfrm>
            <a:off x="6172200" y="3886200"/>
            <a:ext cx="544068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46520" y="4114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7086600" y="41605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Episode diperbarui di tempat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086600" y="4709160"/>
            <a:ext cx="4297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Baris yang sama dipertahankan, jadi riwayat tontonan tidak terputus.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10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Tech stack dan alasannya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Laravel 10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Dashboard admin: form, validasi, CRUD. Bagian yang saya kerjakan.</a:t>
            </a:r>
            <a:endParaRPr lang="en-US" sz="1500" dirty="0"/>
          </a:p>
        </p:txBody>
      </p:sp>
      <p:sp>
        <p:nvSpPr>
          <p:cNvPr id="8" name="card"/>
          <p:cNvSpPr/>
          <p:nvPr/>
        </p:nvSpPr>
        <p:spPr>
          <a:xfrm>
            <a:off x="338328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5760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PostgreSQL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365760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Satu database untuk API dan dashboard, dengan transaksi dan kunci baris.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621792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9224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Go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API aplikasi: trafik pemutaran tinggi, latensi rendah.</a:t>
            </a:r>
            <a:endParaRPr lang="en-US" sz="1500" dirty="0"/>
          </a:p>
        </p:txBody>
      </p:sp>
      <p:sp>
        <p:nvSpPr>
          <p:cNvPr id="14" name="card"/>
          <p:cNvSpPr/>
          <p:nvPr/>
        </p:nvSpPr>
        <p:spPr>
          <a:xfrm>
            <a:off x="9052560" y="1691640"/>
            <a:ext cx="2606040" cy="29260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26880" y="1965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Vue.js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2697480"/>
            <a:ext cx="2103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Aplikasi web penonton.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983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Demo: Laravel 10, Blade, Tailwind, Chart.js, dan PostgreSQL seperti produksi. Yang hijau adalah bagian saya.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11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Menjaga kode tetap mudah dibaca</a:t>
            </a:r>
            <a:endParaRPr lang="en-US" sz="3200" dirty="0"/>
          </a:p>
        </p:txBody>
      </p:sp>
      <p:sp>
        <p:nvSpPr>
          <p:cNvPr id="5" name="card"/>
          <p:cNvSpPr/>
          <p:nvPr/>
        </p:nvSpPr>
        <p:spPr>
          <a:xfrm>
            <a:off x="548640" y="1600200"/>
            <a:ext cx="6949440" cy="3931920"/>
          </a:xfrm>
          <a:prstGeom prst="roundRect">
            <a:avLst>
              <a:gd name="adj" fmla="val 279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920240"/>
            <a:ext cx="6492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DB::transaction(function () use (...)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 = User::lockForUpdate()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-&gt;findOrFail($user-&gt;id);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$startsOn = $user-&gt;subscription_ends_on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?-&gt;gte($today)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$user-&gt;subscription_ends_on-&gt;addDay()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$today;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$endsOn = $startsOn-&gt;copy()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-&gt;addMonthsNoOverflow($months)-&gt;subDay();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$user-&gt;subscriptions()-&gt;create([...]);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$user-&gt;update(['subscription_ends_on' =&gt; $endsOn]);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16459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Aturan di service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863840" y="21031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Controller tipis; langganan, sewa, kupon, akses adalah class biasa.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63840" y="3108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Enum, bukan angka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0" y="356616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Cara masuk, peran, dan jenis kupon bertipe.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4572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Tes pada aturan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863840" y="50292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33 feature test.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12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Aplikasi demo</a:t>
            </a:r>
            <a:endParaRPr lang="en-US" sz="3200" dirty="0"/>
          </a:p>
        </p:txBody>
      </p:sp>
      <p:pic>
        <p:nvPicPr>
          <p:cNvPr id="5" name="dashboard" descr="/workspaces/.xc-work/assets/goflix/id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pic>
        <p:nvPicPr>
          <p:cNvPr id="6" name="user page" descr="/workspaces/.xc-work/assets/goflix/id-us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49240" cy="3343275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D1D15">
                <a:alpha val="22000"/>
              </a:srgbClr>
            </a:outerShdw>
          </a:effectLst>
        </p:spPr>
      </p:pic>
      <p:sp>
        <p:nvSpPr>
          <p:cNvPr id="7" name="Text 2"/>
          <p:cNvSpPr txBox="1"/>
          <p:nvPr/>
        </p:nvSpPr>
        <p:spPr>
          <a:xfrm>
            <a:off x="548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Dashboard: pendapatan langganan dan sewa per bulan</a:t>
            </a:r>
            <a:endParaRPr lang="en-US" sz="1300" dirty="0"/>
          </a:p>
        </p:txBody>
      </p:sp>
      <p:sp>
        <p:nvSpPr>
          <p:cNvPr id="8" name="Text 3"/>
          <p:cNvSpPr txBox="1"/>
          <p:nvPr/>
        </p:nvSpPr>
        <p:spPr>
          <a:xfrm>
            <a:off x="6263640" y="5126355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Pengguna: status, pembayaran, dan cek akses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00" y="320040"/>
            <a:ext cx="1554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13</a:t>
            </a:r>
            <a:endParaRPr lang="en-US" sz="5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4572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Yang akan saya perbaiki</a:t>
            </a:r>
            <a:endParaRPr lang="en-US" sz="3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1368"/>
            <a:ext cx="411480" cy="41148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1234440" y="164592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Pindah ke tabel pivot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212080" y="16459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Ganti ID dipisah koma secara bertahap, tanpa downtime.</a:t>
            </a:r>
            <a:endParaRPr 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548640" y="256032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898648"/>
            <a:ext cx="411480" cy="4114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34440" y="27432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Satu kontrak aturan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212080" y="27432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Aturan akses ada di Go dan Laravel; satu set kasus uji bersama menjaga keduanya sama.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365760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95928"/>
            <a:ext cx="411480" cy="4114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234440" y="38404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Riwayat tontonan besar</a:t>
            </a:r>
            <a:endParaRPr lang="en-US" sz="1800" dirty="0"/>
          </a:p>
        </p:txBody>
      </p:sp>
      <p:sp>
        <p:nvSpPr>
          <p:cNvPr id="15" name="Text 9"/>
          <p:cNvSpPr txBox="1"/>
          <p:nvPr/>
        </p:nvSpPr>
        <p:spPr>
          <a:xfrm>
            <a:off x="5212080" y="38404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Partisi watch_history per bulan, laporan dari tabel ringkasan harian.</a:t>
            </a:r>
            <a:endParaRPr lang="en-US" sz="1500" dirty="0"/>
          </a:p>
        </p:txBody>
      </p:sp>
      <p:sp>
        <p:nvSpPr>
          <p:cNvPr id="16" name="Shape 10"/>
          <p:cNvSpPr/>
          <p:nvPr/>
        </p:nvSpPr>
        <p:spPr>
          <a:xfrm>
            <a:off x="548640" y="4754880"/>
            <a:ext cx="11064240" cy="914"/>
          </a:xfrm>
          <a:prstGeom prst="line">
            <a:avLst/>
          </a:prstGeom>
          <a:noFill/>
          <a:ln w="9525">
            <a:solidFill>
              <a:schemeClr val="accent6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93208"/>
            <a:ext cx="411480" cy="41148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234440" y="493776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Constraint dan index</a:t>
            </a:r>
            <a:endParaRPr lang="en-US" sz="1800" dirty="0"/>
          </a:p>
        </p:txBody>
      </p:sp>
      <p:sp>
        <p:nvSpPr>
          <p:cNvPr id="19" name="Text 12"/>
          <p:cNvSpPr txBox="1"/>
          <p:nvPr/>
        </p:nvSpPr>
        <p:spPr>
          <a:xfrm>
            <a:off x="5212080" y="49377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Foreign key dan index di kolom cek akses dan laporan.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73736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Coba sendiri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Demo online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329184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9319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393192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https://goflix-dashboard-demo.vercel.app/goflix-presentasi.pdf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572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4572000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https://goflix-dashboard-demo.vercel.app/goflix-presentasi.pptx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Kode demo ada di repo GitHub privat; akses diberikan saat wawancara. Dashboard tersedia dalam Bahasa Indonesia dan English; data demo dipulihkan setiap 3 jam.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flix Screening Room">
  <a:themeElements>
    <a:clrScheme name="Goflix Screening Room">
      <a:dk1>
        <a:srgbClr val="15211B"/>
      </a:dk1>
      <a:lt1>
        <a:srgbClr val="FFFFFF"/>
      </a:lt1>
      <a:dk2>
        <a:srgbClr val="0D1D15"/>
      </a:dk2>
      <a:lt2>
        <a:srgbClr val="EEF3EF"/>
      </a:lt2>
      <a:accent1>
        <a:srgbClr val="1E9E57"/>
      </a:accent1>
      <a:accent2>
        <a:srgbClr val="C9971C"/>
      </a:accent2>
      <a:accent3>
        <a:srgbClr val="C8433A"/>
      </a:accent3>
      <a:accent4>
        <a:srgbClr val="5B6B62"/>
      </a:accent4>
      <a:accent5>
        <a:srgbClr val="A7B6AD"/>
      </a:accent5>
      <a:accent6>
        <a:srgbClr val="D6E2DA"/>
      </a:accent6>
      <a:hlink>
        <a:srgbClr val="1E9E57"/>
      </a:hlink>
      <a:folHlink>
        <a:srgbClr val="5B6B62"/>
      </a:folHlink>
    </a:clrScheme>
    <a:fontScheme name="Goflix Screening Room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Goflix: dashboard admin platform streaming</dc:title>
  <dc:subject>PptxGenJS Presentation</dc:subject>
  <dc:creator>Enrico Saputra</dc:creator>
  <cp:lastModifiedBy>Enrico Saputra</cp:lastModifiedBy>
  <cp:revision>1</cp:revision>
  <dcterms:created xsi:type="dcterms:W3CDTF">2026-10-20T03:50:31Z</dcterms:created>
  <dcterms:modified xsi:type="dcterms:W3CDTF">2026-10-20T03:50:31Z</dcterms:modified>
</cp:coreProperties>
</file>