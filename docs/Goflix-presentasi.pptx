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e23f335f-0ca7-945a-6294-c218d6148139}">
          <p14:sldIdLst>
            <p14:sldId id="256"/>
          </p14:sldIdLst>
        </p14:section>
        <p14:section name="Produk" id="{64311dd8-5d45-14bb-c9c5-fac4ca8beeca}">
          <p14:sldIdLst>
            <p14:sldId id="257"/>
            <p14:sldId id="258"/>
            <p14:sldId id="259"/>
            <p14:sldId id="260"/>
          </p14:sldIdLst>
        </p14:section>
        <p14:section name="Desain sistem" id="{edecd7bd-13f1-c9d2-2328-18f7d37f2350}">
          <p14:sldIdLst>
            <p14:sldId id="261"/>
            <p14:sldId id="262"/>
            <p14:sldId id="263"/>
            <p14:sldId id="264"/>
            <p14:sldId id="265"/>
          </p14:sldIdLst>
        </p14:section>
        <p14:section name="Aturan bisnis" id="{7a988e9c-5a0f-11d3-b6d9-ef076f6fc885}">
          <p14:sldIdLst>
            <p14:sldId id="266"/>
            <p14:sldId id="267"/>
            <p14:sldId id="268"/>
          </p14:sldIdLst>
        </p14:section>
        <p14:section name="Kode" id="{53ce958a-7675-1071-5bb0-c5a750007f92}">
          <p14:sldIdLst>
            <p14:sldId id="269"/>
            <p14:sldId id="270"/>
            <p14:sldId id="271"/>
          </p14:sldIdLst>
        </p14:section>
        <p14:section name="Penutup" id="{9a838467-ce7b-3e86-994e-61f934a398b1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Goflix punya tiga bagian. Saya mengerjakan dashboard Laravel. Demo membangun ulang dashboard itu dengan data buatan karena kode asli di bawah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Kiri adalah aplikasi penonton (Vue dan Go), bukan bagian saya. Kanan adalah dashboard yang saya bangun, dalam versi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aturan di deck ini berputar di tiga cara akses ini. Tekankan bahwa episode bisa premium sendiri atau karena serialnya.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Mulai dari sudut pandang penonton. Dashboard yang saya bangun adalah alat kerja tim di balik layar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menu di dashboard demo, sama dengan bagian dashboard produksi yang saya kerjakan.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untuk trafik pemutaran yang tinggi, Laravel untuk form dan CRUD tim internal. Keduanya menulis ke PostgreSQL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Produksi punya sekitar 40 tabel, termasuk game, musik, radio, dan banner. Demo fokus pada tabel yang membawa aturan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Film, serial, episode, dan season, dengan tabel pivot untuk genre, bahasa, dan pemain.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Paket, langganan, sewa, dan kupon. users.subscription_ends_on dipakai untuk cek akses yang cepat.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 untuk dibahas: kenapa pola lama bermasalah dan bagaimana memperbaikinya tanpa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di demo: tambah langganan untuk pengguna yang masih aktif dan lihat tanggal berakhirnya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aturan yang dijalankan API Go sebelum memutar video. Di dashboard ada tombol Cek di halaman pengguna.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pelanggan tidak bisa menyewa mencegah pengguna membayar dua kali dan mengurangi permintaan refund.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tiap baris, siapkan satu contoh dari proyek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app/Services/SubscriptionService.php di repo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cek film premium untuk pengguna tanpa langganan, tambahkan sewa, lalu cek lagi.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 dan tawarkan membuka demo atau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presentasi.pdf" TargetMode="External"/><Relationship Id="rId3" Type="http://schemas.openxmlformats.org/officeDocument/2006/relationships/hyperlink" Target="https://goflix-dashboard-demo.vercel.app/goflix-presentasi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PLATFORM STREAMING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Dashboard admin yang mengatur katalog, paket, dan siapa boleh menonton apa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dashboard Laravel di atas model data asli, dengan data buatan.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Penonton melihat ini; tim bekerja di sini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id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Aplikasi penonton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bagian saya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 konten menambah film dan episode, tim bisnis mengatur paket dan kupon, tim support menjawab "kenapa saya tidak bisa menonton ini?"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cara menonton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Gratis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Judul gratis bisa diputar siapa saja yang akunnya aktif.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Langganan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Paket bulanan atau tahunan membuka semua judul premium.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Satu film premium, untuk beberapa hari, tanpa berlangganan.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Bagian saya: katalog, paket dan kupon, pengguna dan pembayaran, serta laporannya.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Tentang aplikasi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52578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Goflix adalah platform streaming film dan serial lokal maupun internasional, di web (Vue.js) dan aplikasi mobile. Sebagian judul gratis; judul premium dibuka dengan paket bulanan atau tahunan, atau disewa per film.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546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Siapa yang memakai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Penonton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95020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Menonton, menyimpan judul, dan melanjutkan tontonan.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45312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Tim konten dan bisnis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9145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Mengelola katalog, paket, harga, dan kupon di dashboard.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294376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Tim support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3270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Mengecek kenapa seorang pengguna bisa atau tidak bisa menonton.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72200" y="1417320"/>
            <a:ext cx="5440680" cy="4709160"/>
          </a:xfrm>
          <a:prstGeom prst="roundRect">
            <a:avLst>
              <a:gd name="adj" fmla="val 19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Alur pengguna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446520" y="2194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2103120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Penonton masuk ke aplikasi web atau mobile.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4652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2871216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Menjelajah katalog film dan serial per genre.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46520" y="37307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4652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6393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Judul gratis langsung diputar; judul premium meminta langganan atau sewa.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46520" y="44988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46520" y="4498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407408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Membayar paket atau sewa lewat payment gateway, lalu aksesnya terbuka.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446520" y="526694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465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86600" y="517550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Riwayat tontonan disimpan, jadi penonton bisa lanjut dari menit terakhir.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Isi dashboard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257800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Menu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Fungsinya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Data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Dashboard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Pendapatan per bulan, pelanggan aktif, jam ditonton, film dan genre terpopuler, paket terjual, cara masuk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subscriptions, rentals, watch_history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Film, Serial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Katalog: film, serial dengan episode per season, gratis atau premium, harga sewa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movies, shows, episodes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Genre, Bahasa, Pemain, Season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Master data untuk katalog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genres, languages, people, seasons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Pengguna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Status langganan, pembayaran, lanjut menonton, dan cek akses per judul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users, watch_history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Langganan, Sewa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Mencatat pembayaran; bisa ditambah, tidak bisa diedit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subscriptions, rentals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5211B"/>
                          </a:solidFill>
                        </a:rPr>
                        <a:t>Paket, Kupon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Harga dan durasi paket, baris kartu paket, dan kupon diskon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5211B"/>
                          </a:solidFill>
                        </a:rPr>
                        <a:t>packages, coupons</a:t>
                      </a:r>
                      <a:endParaRPr lang="en-US" sz="14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bagian, satu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 Vue.js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Aplikasi mobile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API Go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Dua penulis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menulis aktivitas dan pembayaran dari aplikasi; dashboard menulis katalog, paket, dan koreksi.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Server yang memutuskan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Aplikasi tidak memutuskan akses sendiri. Dashboard memakai aturan yang sama untuk support.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Dashboard tanpa API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Semua yang dibutuhkan aplikasi lewat API 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data dalam tiga kelompok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Pengguna dan uang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Aktivitas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Ditulis aplikasi saat orang menonton. Dashboard hanya membaca, untuk laporan dan lanjut menonton.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adalah sumber kebenaran untuk cek akses yang cepat; hanya SubscriptionService yang boleh mengubahnya.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1/2: katalog</a:t>
            </a:r>
            <a:endParaRPr lang="en-US" sz="3200" dirty="0"/>
          </a:p>
        </p:txBody>
      </p:sp>
      <p:pic>
        <p:nvPicPr>
          <p:cNvPr id="5" name="ERD catalog" descr="/workspaces/.xc-work/erd/goflix-catalog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8039" y="1325880"/>
            <a:ext cx="5825442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Film, serial, episode, dan season, dengan tabel pivot untuk genre, bahasa, dan pemain. Kotak tanpa kolom adalah tabel dari bagian lain.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2/2: pengguna dan pembayaran</a:t>
            </a:r>
            <a:endParaRPr lang="en-US" sz="3200" dirty="0"/>
          </a:p>
        </p:txBody>
      </p:sp>
      <p:pic>
        <p:nvPicPr>
          <p:cNvPr id="5" name="ERD users" descr="/workspaces/.xc-work/erd/goflix-users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9583" y="1325880"/>
            <a:ext cx="6182355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Paket, langganan, sewa, dan kupon. users.subscription_ends_on dipakai untuk cek akses yang cepat. Kotak tanpa kolom adalah tabel dari bagian lain.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Relasi: dari teks ke tabel pivot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Produksi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Tidak bisa di-join atau di-index; ID yang dihapus tertinggal.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key, join biasa, dan laporan genre jadi satu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Migrasi bertahap: buat pivot, isi dari kolom lama, pindahkan pembaca satu per satu, lalu hapus kolom lama.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 tanpa membuang hari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Masih aktif sampai 20 Mar, membeli 12 bulan pada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lama: s/d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baru: 21 Mar s/d 20 Mar tahun depan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Sudah habis 31 Jan, membeli 1 bulan pada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tidak aktif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s/d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tempat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SubscriptionService yang mengubah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transaksi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Pembayaran dan tanggal berakhir tersimpan bersama, atau tidak sama sekali.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Baris dikunci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membuat pembayaran kedua menunggu dan menghitung dari tanggal baru.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Siapa boleh menonton apa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Akun dan judul aktif?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tidak: ditolak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tidak: gratis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Langganan aktif?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Film ini disewa?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boleh, sampai sewa habis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Ditolak: perlu langganan, atau sewa jika film punya harga sewa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Episode premium sendiri atau karena serialnya. Satu AccessService dipakai di semua tempat, dan dashboard menampilkannya per pengguna supaya support bisa menjawab keluhan.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Sewa dan kupon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 satu film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film premium yang punya harga sewa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Berlaku rent_days hari sejak dibayar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Pelanggan aktif tidak bisa menyewa: filmnya sudah termasuk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Film yang sama tidak bisa disewa dua kali bersamaan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Contoh: pelanggan aktif menyewa film premium → ditolak, karena filmnya sudah termasuk langganan. Pengguna tidak membayar dua kali, dan permintaan refund berkurang.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Kupon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Nominal tetap atau persentase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berlaku di antara tanggal mulai dan berakhir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Tidak pernah membuat harga di bawah nol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Kupon sekali pakai berlaku sekali per pengguna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Kenapa stack ini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Dashboard: form, validasi, CRUD. Bagian saya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Dipakai bersama API Go; transaksi dan row lock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API aplikasi: trafik pemutaran tinggi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Admin internal tidak perlu SPA; satu grafik cukup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Perpanjangan dalam satu transaksi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Aturan di service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Controller tipis; langganan, sewa, kupon, akses adalah class biasa.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Enum, bukan angka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Cara masuk, peran, dan jenis kupon bertipe.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 pada aturan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pendapatan, lalu cek akses pengguna</a:t>
            </a:r>
            <a:endParaRPr lang="en-US" sz="3200" dirty="0"/>
          </a:p>
        </p:txBody>
      </p:sp>
      <p:pic>
        <p:nvPicPr>
          <p:cNvPr id="5" name="dashboard" descr="/workspaces/.xc-work/assets/goflix/i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i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pendapatan langganan dan sewa per bulan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Pengguna: status, pembayaran, dan cek akses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Link demo dan slide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Kode demo ada di repo GitHub privat; akses diberikan saat wawancara. Dashboard tersedia dalam Bahasa Indonesia dan English; data demo dipulihkan setiap 3 jam.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dashboard admin platform streaming</dc:title>
  <dc:subject>PptxGenJS Presentation</dc:subject>
  <dc:creator>Enrico Saputra</dc:creator>
  <cp:lastModifiedBy>Enrico Saputra</cp:lastModifiedBy>
  <cp:revision>1</cp:revision>
  <dcterms:created xsi:type="dcterms:W3CDTF">2026-10-20T09:40:15Z</dcterms:created>
  <dcterms:modified xsi:type="dcterms:W3CDTF">2026-10-20T09:40:15Z</dcterms:modified>
</cp:coreProperties>
</file>