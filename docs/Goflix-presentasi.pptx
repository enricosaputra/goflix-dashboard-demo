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1bfaa92b-65ab-608d-99c9-44e93316f31f}">
          <p14:sldIdLst>
            <p14:sldId id="256"/>
          </p14:sldIdLst>
        </p14:section>
        <p14:section name="Produk" id="{79060a01-8f69-a020-f10f-adc82eb3b214}">
          <p14:sldIdLst>
            <p14:sldId id="257"/>
            <p14:sldId id="258"/>
            <p14:sldId id="259"/>
            <p14:sldId id="260"/>
          </p14:sldIdLst>
        </p14:section>
        <p14:section name="Desain sistem" id="{0db0d567-e009-37e7-8cda-cb55bdc81153}">
          <p14:sldIdLst>
            <p14:sldId id="261"/>
            <p14:sldId id="262"/>
            <p14:sldId id="263"/>
            <p14:sldId id="264"/>
            <p14:sldId id="265"/>
          </p14:sldIdLst>
        </p14:section>
        <p14:section name="Aturan bisnis" id="{c29f938d-3a42-0c32-c83b-a5f7bcd3bb0f}">
          <p14:sldIdLst>
            <p14:sldId id="266"/>
            <p14:sldId id="267"/>
            <p14:sldId id="268"/>
          </p14:sldIdLst>
        </p14:section>
        <p14:section name="Kode" id="{ee79b8a7-558d-fca2-3caa-916c79e9cb82}">
          <p14:sldIdLst>
            <p14:sldId id="269"/>
            <p14:sldId id="270"/>
            <p14:sldId id="271"/>
          </p14:sldIdLst>
        </p14:section>
        <p14:section name="Penutup" id="{18b51f55-a4bc-748e-0c5a-ee15e1ca0ff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Goflix punya tiga bagian. Saya mengerjakan dashboard Laravel. Demo membangun ulang dashboard itu dengan data buatan karena kode asli di bawah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 adalah aplikasi penonton (Vue dan Go), bukan bagian saya. Kanan adalah dashboard yang saya bangun, dalam versi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aturan di deck ini berputar di tiga cara akses ini. Tekankan bahwa episode bisa premium sendiri atau karena serialnya.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sudut pandang penonton. Dashboard yang saya bangun adalah alat kerja tim di balik layar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menu di dashboard demo, sama dengan bagian dashboard produksi yang saya kerjakan.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untuk trafik pemutaran yang tinggi, Laravel untuk form dan CRUD tim internal. Keduanya menulis ke PostgreSQL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Produksi punya sekitar 40 tabel, termasuk game, musik, radio, dan banner. Demo fokus pada tabel yang membawa aturan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Film, serial, episode, dan season, dengan tabel pivot untuk genre, bahasa, dan pemain.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Paket, langganan, sewa, dan kupon. users.subscription_ends_on dipakai untuk cek akses yang cepat.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poin desain paling kuat untuk dibahas: kenapa pola lama bermasalah dan bagaimana memperbaikinya tanpa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di demo: tambah langganan untuk pengguna yang masih aktif dan lihat tanggal berakhirnya bertambah.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aturan yang dijalankan API Go sebelum memutar video. Di dashboard ada tombol Cek di halaman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pelanggan tidak bisa menyewa mencegah pengguna membayar dua kali dan mengurangi permintaan refund.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tiap baris, siapkan satu contoh dari proyek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app/Services/SubscriptionService.php di repo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langsung: cek film premium untuk pengguna tanpa langganan, tambahkan sewa, lalu cek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link dan tawarkan membuka demo atau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F 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F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Goflix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oflix-dashboard-demo.vercel.app" TargetMode="External"/><Relationship Id="rId2" Type="http://schemas.openxmlformats.org/officeDocument/2006/relationships/hyperlink" Target="https://goflix-dashboard-demo.vercel.app/goflix-presentasi.pdf" TargetMode="External"/><Relationship Id="rId3" Type="http://schemas.openxmlformats.org/officeDocument/2006/relationships/hyperlink" Target="https://goflix-dashboard-demo.vercel.app/goflix-presentasi.pptx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flix viewer app" descr="/workspaces/.xc-work/assets/goflix/site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PLATFORM STREAMING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Goflix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Dashboard admin yang mengatur katalog, paket, dan siapa boleh menonton apa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dashboard Laravel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32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Kode dan data klien bersifat rahasia. Demo membangun ulang dashboard Laravel di atas model data asli, dengan data buatan.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Penonton melihat ini; tim bekerja di sini</a:t>
            </a:r>
            <a:endParaRPr lang="en-US" sz="3200" dirty="0"/>
          </a:p>
        </p:txBody>
      </p:sp>
      <p:pic>
        <p:nvPicPr>
          <p:cNvPr id="5" name="viewer app" descr="/workspaces/.xc-work/assets/goflix/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262823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pic>
        <p:nvPicPr>
          <p:cNvPr id="6" name="dashboard" descr="/workspaces/.xc-work/assets/goflix/id-dashboard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49240" cy="262823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548640" y="4434840"/>
            <a:ext cx="310896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Aplikasi penonton · Vue + Go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263640" y="4434840"/>
            <a:ext cx="356616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263640" y="4434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Dashboard · Laravel · bagian saya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Tim konten menambah film dan episode, tim bisnis mengatur paket dan kupon, tim support menjawab "kenapa saya tidak bisa menonton ini?"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Tiga cara menonton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420624" cy="420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Gratis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Judul gratis bisa diputar siapa saja yang akunnya aktif.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17720" y="19202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2140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1772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Langganan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Paket bulanan atau tahunan membuka semua judul premium.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4672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66760" y="192024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1214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6676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Sewa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Satu film premium, untuk beberapa hari, tanpa berlangganan.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Bagian saya: katalog, paket dan kupon, pengguna dan pembayaran, serta laporannya.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Tentang aplikasi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Goflix adalah platform streaming film dan serial lokal maupun internasional, di web (Vue.js) dan aplikasi mobile. Sebagian judul gratis; judul premium dibuka dengan paket bulanan atau tahunan, atau disewa per film.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54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Siapa yang memakai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Penonton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502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Menonton, menyimpan judul, dan melanjutkan tontonan.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5312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Tim konten dan bisnis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9145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Mengelola katalog, paket, harga, dan kupon di dashboard.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9437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Tim support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3270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Mengecek kenapa seorang pengguna bisa atau tidak bisa menonton.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Alur pengguna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4652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2103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Penonton masuk ke aplikasi web atau mobile.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46520" y="2962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28712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Menjelajah katalog film dan serial per genre.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46520" y="3730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465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36393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Judul gratis langsung diputar; judul premium meminta langganan atau sewa.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4074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Membayar paket atau sewa lewat payment gateway, lalu aksesnya terbuka.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46520" y="52669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465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51755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Riwayat tontonan disimpan, jadi penonton bisa lanjut dari menit terakhir.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Isi dashboard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25780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Menu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Fungsinya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Data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Dashboard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Pendapatan per bulan, pelanggan aktif, jam ditonton, film dan genre terpopuler, paket terjual, cara masuk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subscriptions, rentals, watch_history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Film, Serial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Katalog: film, serial dengan episode per season, gratis atau premium, harga sewa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movies, shows, episodes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Genre, Bahasa, Pemain, Season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Master data untuk katalog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genres, languages, people, seasons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Pengguna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Status langganan, pembayaran, lanjut menonton, dan cek akses per judul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users, watch_history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Langganan, Sewa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Mencatat pembayaran; bisa ditambah, tidak bisa diedit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subscriptions, rentals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Paket, Kupon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Harga dan durasi paket, baris kartu paket, dan kupon diskon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packages, coupons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Tiga bagian, satu database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2860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 Vue.js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606040"/>
            <a:ext cx="22860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Aplikasi mobile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749040" y="2103120"/>
            <a:ext cx="20116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 Go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675120" y="2103120"/>
            <a:ext cx="21031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9509760" y="2103120"/>
            <a:ext cx="210312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 Laravel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3749040" y="3474720"/>
            <a:ext cx="201168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Payment gateway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749040" y="3474720"/>
            <a:ext cx="2011680" cy="685800"/>
          </a:xfrm>
          <a:prstGeom prst="roundRect">
            <a:avLst>
              <a:gd name="adj" fmla="val 16000"/>
            </a:avLst>
          </a:prstGeom>
          <a:ln w="15875">
            <a:solidFill>
              <a:schemeClr val="accent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1993392"/>
            <a:ext cx="914400" cy="38404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2834640" y="2606040"/>
            <a:ext cx="914400" cy="33832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760720" y="2487168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H="1">
            <a:off x="8778240" y="2487168"/>
            <a:ext cx="7315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54880" y="2880360"/>
            <a:ext cx="914" cy="5943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Dua penulis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menulis aktivitas dan pembayaran dari aplikasi; dashboard menulis katalog, paket, dan koreksi.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Server yang memutuskan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Aplikasi tidak memutuskan akses sendiri. Dashboard memakai aturan yang sama untuk support.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Dashboard tanpa API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Semua yang dibutuhkan aplikasi lewat API 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 data dalam tiga kelompok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Katalog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35915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35915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359152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359152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59152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59152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" y="4169664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416966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29768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7492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Pengguna dan uang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457200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7200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0819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10819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72000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package_features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108192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08192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72000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572000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108192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08192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coupons</a:t>
            </a:r>
            <a:endParaRPr lang="en-US" sz="1100" dirty="0"/>
          </a:p>
        </p:txBody>
      </p:sp>
      <p:sp>
        <p:nvSpPr>
          <p:cNvPr id="37" name="card"/>
          <p:cNvSpPr/>
          <p:nvPr/>
        </p:nvSpPr>
        <p:spPr>
          <a:xfrm>
            <a:off x="804672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384048" cy="38404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82396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Aktivitas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8321040" y="31546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Ditulis aplikasi saat orang menonton. Dashboard hanya membaca, untuk laporan dan lanjut menonton.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832104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32104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watch_history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985723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85723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bookmarks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users.subscription_ends_on adalah sumber kebenaran untuk cek akses yang cepat; hanya SubscriptionService yang boleh mengubahnya.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1/2: katalog</a:t>
            </a:r>
            <a:endParaRPr lang="en-US" sz="3200" dirty="0"/>
          </a:p>
        </p:txBody>
      </p:sp>
      <p:pic>
        <p:nvPicPr>
          <p:cNvPr id="5" name="ERD catalog" descr="/workspaces/.xc-work/erd/goflix-catalog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039" y="1325880"/>
            <a:ext cx="5825442" cy="4526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Film, serial, episode, dan season, dengan tabel pivot untuk genre, bahasa, dan pemain. Kotak tanpa kolom adalah tabel dari bagian lain.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2/2: pengguna dan pembayaran</a:t>
            </a:r>
            <a:endParaRPr lang="en-US" sz="3200" dirty="0"/>
          </a:p>
        </p:txBody>
      </p:sp>
      <p:pic>
        <p:nvPicPr>
          <p:cNvPr id="5" name="ERD users" descr="/workspaces/.xc-work/erd/goflix-users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9583" y="1325880"/>
            <a:ext cx="6182355" cy="4526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Paket, langganan, sewa, dan kupon. users.subscription_ends_on dipakai untuk cek akses yang cepat. Kotak tanpa kolom adalah tabel dari bagian lain.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Relasi: dari teks ke tabel pivot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Produksi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category_id: '6,12,19'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cast_id: '1,108,109,110'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Tidak bisa di-join atau di-index; ID yang dihapus tertinggal.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492240" y="160020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3774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genre_movie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19)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Foreign key, join biasa, dan laporan genre jadi satu query.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3337560"/>
            <a:ext cx="6858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Migrasi bertahap: buat pivot, isi dari kolom lama, pindahkan pembaca satu per satu, lalu hapus kolom lama.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Perpanjang tanpa membuang hari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Masih aktif sampai 20 Mar, membeli 12 bulan pada 10 Mar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57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lama: s/d 20 Mar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2057400"/>
            <a:ext cx="827532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205740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baru: 21 Mar s/d 20 Mar tahun depan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Sudah habis 31 Jan, membeli 1 bulan pada 10 Mar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tidak aktif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34290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 Mar s/d 9 Apr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Satu tempat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Hanya SubscriptionService yang mengubah users.subscription_ends_on.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29768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Satu transaksi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Pembayaran dan tanggal berakhir tersimpan bersama, atau tidak sama sekali.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804672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Baris dikunci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lockForUpdate membuat pembayaran kedua menunggu dan menghitung dari tanggal baru.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Siapa boleh menonton apa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Akun dan judul aktif?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6324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0594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tidak: ditolak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38328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Premium?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89788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4058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tidak: gratis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21792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Langganan aktif?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3252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7522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ya: boleh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905256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44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Film ini disewa?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30986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5256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ya: boleh, sampai sewa habis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1605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160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Ditolak: perlu langganan, atau sewa jika film punya harga sewa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Episode premium sendiri atau karena serialnya. Satu AccessService dipakai di semua tempat, dan dashboard menampilkannya per pengguna supaya support bisa menjawab keluhan.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Sewa dan kupon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Sewa satu film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77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Hanya film premium yang punya harga sewa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Berlaku rent_days hari sejak dibayar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Pelanggan aktif tidak bisa menyewa: filmnya sudah termasuk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Film yang sama tidak bisa disewa dua kali bersamaan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080760" y="1737360"/>
            <a:ext cx="914" cy="28346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Contoh: pelanggan aktif menyewa film premium → ditolak, karena filmnya sudah termasuk langganan. Pengguna tidak membayar dua kali, dan permintaan refund berkurang.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Kupon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2377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Nominal tetap atau persentase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Hanya berlaku di antara tanggal mulai dan berakhir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Tidak pernah membuat harga di bawah nol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Kupon sekali pakai berlaku sekali per pengguna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Kenapa stack ini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Pilihan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Kenapa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Laravel 10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Dashboard: form, validasi, CRUD. Bagian saya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PostgreSQL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Dipakai bersama API Go; transaksi dan row lock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Go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API aplikasi: trafik pemutaran tinggi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Blade + Chart.js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Admin internal tidak perlu SPA; satu grafik cukup Chart.js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Perpanjangan dalam satu transaksi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694944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DB::transaction(function () use (...)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 = User::lockForUpdate()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-&gt;findOrFail($user-&gt;id);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$startsOn = $user-&gt;subscription_ends_on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?-&gt;gte($today)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$user-&gt;subscription_ends_on-&gt;addDay()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$today;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$endsOn = $startsOn-&gt;copy()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-&gt;addMonthsNoOverflow($months)-&gt;subDay();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$user-&gt;subscriptions()-&gt;create([...]);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$user-&gt;update(['subscription_ends_on' =&gt; $endsOn]);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Aturan di service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103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Controller tipis; langganan, sewa, kupon, akses adalah class biasa.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Enum, bukan angka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Cara masuk, peran, dan jenis kupon bertipe.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 pada aturan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33 feature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pendapatan, lalu cek akses pengguna</a:t>
            </a:r>
            <a:endParaRPr lang="en-US" sz="3200" dirty="0"/>
          </a:p>
        </p:txBody>
      </p:sp>
      <p:pic>
        <p:nvPicPr>
          <p:cNvPr id="5" name="dashboard" descr="/workspaces/.xc-work/assets/goflix/id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334327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pic>
        <p:nvPicPr>
          <p:cNvPr id="6" name="user page" descr="/workspaces/.xc-work/assets/goflix/id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49240" cy="334327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sp>
        <p:nvSpPr>
          <p:cNvPr id="7" name="Text 2"/>
          <p:cNvSpPr txBox="1"/>
          <p:nvPr/>
        </p:nvSpPr>
        <p:spPr>
          <a:xfrm>
            <a:off x="548640" y="512635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Dashboard: pendapatan langganan dan sewa per bulan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6263640" y="512635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Pengguna: status, pembayaran, dan cek akses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Link demo dan slide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Demo online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3291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https://goflix-dashboard-demo.vercel.app/goflix-presentasi.pdf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https://goflix-dashboard-demo.vercel.app/goflix-presentasi.pptx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Kode demo ada di repo GitHub privat; akses diberikan saat wawancara. Dashboard tersedia dalam Bahasa Indonesia dan English; data demo dipulihkan setiap 3 jam.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flix Screening Room">
  <a:themeElements>
    <a:clrScheme name="Goflix Screening Room">
      <a:dk1>
        <a:srgbClr val="15211B"/>
      </a:dk1>
      <a:lt1>
        <a:srgbClr val="FFFFFF"/>
      </a:lt1>
      <a:dk2>
        <a:srgbClr val="0D1D15"/>
      </a:dk2>
      <a:lt2>
        <a:srgbClr val="EEF3EF"/>
      </a:lt2>
      <a:accent1>
        <a:srgbClr val="1E9E57"/>
      </a:accent1>
      <a:accent2>
        <a:srgbClr val="C9971C"/>
      </a:accent2>
      <a:accent3>
        <a:srgbClr val="C8433A"/>
      </a:accent3>
      <a:accent4>
        <a:srgbClr val="5B6B62"/>
      </a:accent4>
      <a:accent5>
        <a:srgbClr val="A7B6AD"/>
      </a:accent5>
      <a:accent6>
        <a:srgbClr val="D6E2DA"/>
      </a:accent6>
      <a:hlink>
        <a:srgbClr val="1E9E57"/>
      </a:hlink>
      <a:folHlink>
        <a:srgbClr val="5B6B62"/>
      </a:folHlink>
    </a:clrScheme>
    <a:fontScheme name="Goflix Screening Room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Enrico Saputra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Goflix: dashboard admin platform streaming</dc:title>
  <dc:subject>Goflix: dashboard admin platform streaming</dc:subject>
  <dc:creator>Enrico Saputra</dc:creator>
  <cp:lastModifiedBy>Enrico Saputra</cp:lastModifiedBy>
  <cp:revision>1</cp:revision>
  <dcterms:created xsi:type="dcterms:W3CDTF">2026-10-20T10:02:57Z</dcterms:created>
  <dcterms:modified xsi:type="dcterms:W3CDTF">2026-10-20T10:02:57Z</dcterms:modified>
</cp:coreProperties>
</file>