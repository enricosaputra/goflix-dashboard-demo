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5ad140c1-490e-e761-18a6-5408947110eb}">
          <p14:sldIdLst>
            <p14:sldId id="256"/>
          </p14:sldIdLst>
        </p14:section>
        <p14:section name="Produk" id="{3494c66b-83a1-8934-8db7-b773023c0b9e}">
          <p14:sldIdLst>
            <p14:sldId id="257"/>
            <p14:sldId id="258"/>
          </p14:sldIdLst>
        </p14:section>
        <p14:section name="Desain sistem" id="{7683d168-5db7-9467-d6c1-51e32a9cfc4c}">
          <p14:sldIdLst>
            <p14:sldId id="259"/>
            <p14:sldId id="260"/>
            <p14:sldId id="261"/>
          </p14:sldIdLst>
        </p14:section>
        <p14:section name="Aturan bisnis" id="{5c72ec1a-b064-818a-d84c-1a856e2ee4f1}">
          <p14:sldIdLst>
            <p14:sldId id="262"/>
            <p14:sldId id="263"/>
            <p14:sldId id="264"/>
            <p14:sldId id="265"/>
          </p14:sldIdLst>
        </p14:section>
        <p14:section name="Kode" id="{013de41e-a481-b0db-384c-c2bf6ea8627c}">
          <p14:sldIdLst>
            <p14:sldId id="266"/>
            <p14:sldId id="267"/>
            <p14:sldId id="268"/>
          </p14:sldIdLst>
        </p14:section>
        <p14:section name="Penutup" id="{5c216958-66d1-7a55-2149-922c0ceae678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Goflix punya tiga bagian. Saya mengerjakan dashboard Laravel. Demo membangun ulang dashboard itu dengan data buatan karena kode asli di bawah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Kiri adalah aplikasi penonton (Vue dan Go), bukan bagian saya. Kanan adalah dashboard yang saya bangun, dalam versi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aturan di deck ini berputar di tiga cara akses ini. Tekankan bahwa episode bisa premium sendiri atau karena serialnya.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untuk trafik pemutaran yang tinggi, Laravel untuk form dan CRUD tim internal. Keduanya menulis ke PostgreSQL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Produksi punya sekitar 40 tabel, termasuk game, musik, radio, dan banner. Demo fokus pada tabel yang membawa aturan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poin desain paling kuat untuk dibahas: kenapa pola lama bermasalah dan bagaimana memperbaikinya tanpa downtime.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di demo: tambah langganan untuk pengguna yang masih aktif dan lihat tanggal berakhirnya bertambah.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aturan yang dijalankan API Go sebelum memutar video. Di dashboard ada tombol Cek di halaman pengguna.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Aturan pelanggan tidak bisa menyewa mencegah pengguna membayar dua kali dan mengurangi permintaan refund.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Untuk setiap keputusan, sebutkan juga harganya. Pewawancara biasanya paling tertarik pada kolom terakhir.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Kolom alternatif menunjukkan bahwa pilihannya disengaja. Siapkan satu contoh untuk tiap baris.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app/Services/SubscriptionService.php di repo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langsung: cek film premium untuk pengguna tanpa langganan, tambahkan sewa, lalu cek lagi.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Menyebutkan yang belum selesai sendiri menunjukkan saya tahu di mana sistemnya tipis. Pilih satu untuk dibahas.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link dan tawarkan membuka demo atau kode.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Goflix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oflix-dashboard-demo.vercel.app" TargetMode="External"/><Relationship Id="rId2" Type="http://schemas.openxmlformats.org/officeDocument/2006/relationships/hyperlink" Target="https://goflix-dashboard-demo.vercel.app/goflix-presentasi.pdf" TargetMode="External"/><Relationship Id="rId3" Type="http://schemas.openxmlformats.org/officeDocument/2006/relationships/hyperlink" Target="https://goflix-dashboard-demo.vercel.app/goflix-presentasi.pptx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flix viewer app" descr="/workspaces/.xc-work/assets/goflix/site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02552" y="0"/>
            <a:ext cx="5486400" cy="6858000"/>
          </a:xfrm>
          <a:prstGeom prst="rect">
            <a:avLst/>
          </a:prstGeom>
          <a:solidFill>
            <a:schemeClr val="tx2">
              <a:alpha val="4000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PLATFORM STREAMING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Goflix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1546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Dashboard admin yang mengatur katalog, paket, dan siapa boleh menonton apa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dashboard Laravel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321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Kode dan data klien bersifat rahasia. Demo membangun ulang dashboard Laravel di atas model data asli, dengan data buatan.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Penonton melihat ini; tim bekerja di sini</a:t>
            </a:r>
            <a:endParaRPr lang="en-US" sz="3200" dirty="0"/>
          </a:p>
        </p:txBody>
      </p:sp>
      <p:pic>
        <p:nvPicPr>
          <p:cNvPr id="5" name="viewer app" descr="/workspaces/.xc-work/assets/goflix/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dashboard" descr="/workspaces/.xc-work/assets/goflix/id-dashboard-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548640" y="4434840"/>
            <a:ext cx="3108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4434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Aplikasi penonton · Vue + Go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263640" y="4434840"/>
            <a:ext cx="356616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63640" y="44348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Dashboard · Laravel · bagian saya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Tim konten menambah film dan episode, tim bisnis mengatur paket dan kupon, tim support menjawab "kenapa saya tidak bisa menonton ini?"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Tiga cara menonton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9202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121408"/>
            <a:ext cx="420624" cy="4206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Gratis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Judul gratis bisa diputar siapa saja yang akunnya aktif.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9768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17720" y="19202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121408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61772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Langganan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Paket bulanan atau tahunan membuka semua judul premium.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04672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66760" y="192024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2121408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36676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Sewa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Satu film premium, untuk beberapa hari, tanpa berlangganan.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Bagian saya: katalog, paket dan kupon, pengguna dan pembayaran, serta laporannya.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Tiga bagian, satu database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4592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Web Vue.js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548640" y="260604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Aplikasi mobile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3749040" y="2103120"/>
            <a:ext cx="20116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49040" y="2103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API Go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67512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950976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50976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Dashboard Laravel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49040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Payment gateway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ln w="15875">
            <a:solidFill>
              <a:schemeClr val="accent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834640" y="1993392"/>
            <a:ext cx="914400" cy="38404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2834640" y="2606040"/>
            <a:ext cx="914400" cy="33832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760720" y="2487168"/>
            <a:ext cx="9144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H="1">
            <a:off x="8778240" y="2487168"/>
            <a:ext cx="73152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754880" y="2880360"/>
            <a:ext cx="914" cy="59436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Dua penulis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 menulis aktivitas dan pembayaran dari aplikasi; dashboard menulis katalog, paket, dan koreksi.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Server yang memutuskan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Aplikasi tidak memutuskan akses sendiri. Dashboard memakai aturan yang sama untuk support.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Dashboard tanpa API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804672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Semua yang dibutuhkan aplikasi lewat API Go.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Model data dalam tiga kelompok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Katalog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2296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movies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35915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35915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2296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episodes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5915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35915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seasons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2296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5915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5915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22960" y="4169664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4169664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</a:t>
            </a:r>
            <a:endParaRPr lang="en-US" sz="1100" dirty="0"/>
          </a:p>
        </p:txBody>
      </p:sp>
      <p:sp>
        <p:nvSpPr>
          <p:cNvPr id="22" name="card"/>
          <p:cNvSpPr/>
          <p:nvPr/>
        </p:nvSpPr>
        <p:spPr>
          <a:xfrm>
            <a:off x="429768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28800"/>
            <a:ext cx="384048" cy="38404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7492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Pengguna dan uang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457200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57200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10819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10819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457200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package_features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10819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10819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subscriptions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457200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457200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rentals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610819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0819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coupons</a:t>
            </a:r>
            <a:endParaRPr lang="en-US" sz="1100" dirty="0"/>
          </a:p>
        </p:txBody>
      </p:sp>
      <p:sp>
        <p:nvSpPr>
          <p:cNvPr id="37" name="card"/>
          <p:cNvSpPr/>
          <p:nvPr/>
        </p:nvSpPr>
        <p:spPr>
          <a:xfrm>
            <a:off x="804672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828800"/>
            <a:ext cx="384048" cy="3840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82396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Aktivitas</a:t>
            </a:r>
            <a:endParaRPr lang="en-US" sz="1700" dirty="0"/>
          </a:p>
        </p:txBody>
      </p:sp>
      <p:sp>
        <p:nvSpPr>
          <p:cNvPr id="40" name="Text 34"/>
          <p:cNvSpPr txBox="1"/>
          <p:nvPr/>
        </p:nvSpPr>
        <p:spPr>
          <a:xfrm>
            <a:off x="8321040" y="31546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Ditulis aplikasi saat orang menonton. Dashboard hanya membaca, untuk laporan dan lanjut menonton.</a:t>
            </a:r>
            <a:endParaRPr lang="en-US" sz="1400" dirty="0"/>
          </a:p>
        </p:txBody>
      </p:sp>
      <p:sp>
        <p:nvSpPr>
          <p:cNvPr id="41" name="Shape 35"/>
          <p:cNvSpPr/>
          <p:nvPr/>
        </p:nvSpPr>
        <p:spPr>
          <a:xfrm>
            <a:off x="832104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32104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watch_history</a:t>
            </a:r>
            <a:endParaRPr lang="en-US" sz="1100" dirty="0"/>
          </a:p>
        </p:txBody>
      </p:sp>
      <p:sp>
        <p:nvSpPr>
          <p:cNvPr id="43" name="Shape 37"/>
          <p:cNvSpPr/>
          <p:nvPr/>
        </p:nvSpPr>
        <p:spPr>
          <a:xfrm>
            <a:off x="985723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985723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bookmarks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users.subscription_ends_on adalah sumber kebenaran untuk cek akses yang cepat; hanya SubscriptionService yang boleh mengubahnya.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Relasi: dari teks ke tabel pivot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Produksi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12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category_id: '6,12,19'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cast_id: '1,108,109,110'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Tidak bisa di-join atau di-index; ID yang dihapus tertinggal.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4922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genre_movie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12)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19)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Foreign key, join biasa, dan laporan genre jadi satu query.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60720" y="3337560"/>
            <a:ext cx="6858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Migrasi bertahap: buat pivot, isi dari kolom lama, pindahkan pembaca satu per satu, lalu hapus kolom lama.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06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Perpanjang tanpa membuang hari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Masih aktif sampai 20 Mar, membeli 12 bulan pada 10 Mar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0574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lama: s/d 20 Mar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37560" y="2057400"/>
            <a:ext cx="827532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37560" y="20574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baru: 21 Mar s/d 20 Mar tahun depan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971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Sudah habis 31 Jan, membeli 1 bulan pada 10 Mar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tidak aktif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3756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3756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10 Mar s/d 9 Apr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4864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Satu tempat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Hanya SubscriptionService yang mengubah users.subscription_ends_on.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9768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Satu transaksi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Pembayaran dan tanggal berakhir tersimpan bersama, atau tidak sama sekali.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804672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32104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Baris dikunci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lockForUpdate membuat pembayaran kedua menunggu dan menghitung dari tanggal baru.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07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Siapa boleh menonton apa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Akun dan judul aktif?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6324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180594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tidak: ditolak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338328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6616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Premium?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89788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64058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8328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tidak: gratis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21792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Langganan aktif?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73252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747522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1792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ya: boleh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905256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3544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Film ini disewa?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030986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5256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ya: boleh, sampai sewa habis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" y="416052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160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Ditolak: perlu langganan, atau sewa jika film punya harga sewa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166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Episode premium sendiri atau karena serialnya. Satu AccessService dipakai di semua tempat, dan dashboard menampilkannya per pengguna supaya support bisa menjawab keluhan.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08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Sewa dan kupon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57200" cy="457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Sewa satu film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Hanya film premium yang punya harga sewa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Berlaku rent_days hari sejak dibayar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Pelanggan aktif tidak bisa menyewa: filmnya sudah termasuk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Film yang sama tidak bisa disewa dua kali bersamaan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080760" y="1737360"/>
            <a:ext cx="914" cy="283464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8920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Contoh: pelanggan aktif menyewa film premium → ditolak, karena filmnya sudah termasuk langganan. Pengguna tidak membayar dua kali, dan permintaan refund berkurang.</a:t>
            </a:r>
            <a:endParaRPr lang="en-US" sz="15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323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Kupon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64922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Nominal tetap atau persentase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Hanya berlaku di antara tanggal mulai dan berakhir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Tidak pernah membuat harga di bawah nol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Kupon sekali pakai berlaku sekali per pengguna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Trade-off yang saya pilih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1148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Keputusan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Kenapa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Harganya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subscription_ends_on disimpan di users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API mengecek akses di setiap pemutaran; satu kolom ber-index cukup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Data ganda; hanya SubscriptionService yang boleh mengubahnya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Pembayaran tidak bisa diedit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Langganan dan sewa adalah catatan keuangan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Koreksi harus berupa entri baru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Nonaktifkan, bukan hapus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Genre, paket, atau pengguna yang dipakai tetap punya riwayat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Daftar perlu filter aktif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Episode diperbarui di tempat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Riwayat tontonan tetap menempel ke baris yang sama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Kode simpan lebih rumit daripada hapus lalu buat ulang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Kenapa stack ini, dan apa alternatifnya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114800"/>
                <a:gridCol w="4754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Pilihan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Kenapa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Alternatif yang saya pertimbangkan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Laravel 10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Dashboard: form, validasi, CRUD. Bagian saya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Go juga untuk dashboard: satu bahasa, tapi CRUD admin jauh lebih lama dibuat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PostgreSQL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Dipakai bersama API Go; transaksi dan row lock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Database terpisah untuk dashboard: berarti sinkronisasi data dua arah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Go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API aplikasi: trafik pemutaran tinggi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Bukan bagian saya; sudah ada sebelum dashboard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Blade + Chart.js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Admin internal tidak perlu SPA; satu grafik cukup Chart.js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Vue seperti web penonton: build dan state terpisah untuk halaman form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Perpanjangan dalam satu transaksi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694944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6492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DB::transaction(function () use (...)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 = User::lockForUpdate()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-&gt;findOrFail($user-&gt;id);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$startsOn = $user-&gt;subscription_ends_on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?-&gt;gte($today)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$user-&gt;subscription_ends_on-&gt;addDay()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$today;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$endsOn = $startsOn-&gt;copy()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-&gt;addMonthsNoOverflow($months)-&gt;subDay();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$user-&gt;subscriptions()-&gt;create([...]);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$user-&gt;update(['subscription_ends_on' =&gt; $endsOn]);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16459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Aturan di service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1031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Controller tipis; langganan, sewa, kupon, akses adalah class biasa.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108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Enum, bukan angka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5661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Cara masuk, peran, dan jenis kupon bertipe.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572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Tes pada aturan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0292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33 feature test.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pendapatan, lalu cek akses pengguna</a:t>
            </a:r>
            <a:endParaRPr lang="en-US" sz="3200" dirty="0"/>
          </a:p>
        </p:txBody>
      </p:sp>
      <p:pic>
        <p:nvPicPr>
          <p:cNvPr id="5" name="dashboard" descr="/workspaces/.xc-work/assets/goflix/id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user page" descr="/workspaces/.xc-work/assets/goflix/id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Text 2"/>
          <p:cNvSpPr txBox="1"/>
          <p:nvPr/>
        </p:nvSpPr>
        <p:spPr>
          <a:xfrm>
            <a:off x="548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Dashboard: pendapatan langganan dan sewa per bulan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6263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Pengguna: status, pembayaran, dan cek akses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Yang belum selesai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Yang belum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Langkah pertama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Produksi masih menyimpan ID dipisah koma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Buat tabel pivot, isi dari kolom lama, pindahkan pembaca satu per satu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Aturan akses ada di Go dan Laravel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Satu set kasus uji bersama yang dijalankan kedua sisi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watch_history terus membesar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Partisi per bulan; laporan dari tabel ringkasan harian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Produksi tanpa foreign key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Foreign key dan index di kolom cek akses dan laporan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Link demo dan slide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Demo online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32918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39319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https://goflix-dashboard-demo.vercel.app/goflix-presentasi.pdf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45720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https://goflix-dashboard-demo.vercel.app/goflix-presentasi.pptx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Kode demo ada di repo GitHub privat; akses diberikan saat wawancara. Dashboard tersedia dalam Bahasa Indonesia dan English; data demo dipulihkan setiap 3 jam.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flix Screening Room">
  <a:themeElements>
    <a:clrScheme name="Goflix Screening Room">
      <a:dk1>
        <a:srgbClr val="15211B"/>
      </a:dk1>
      <a:lt1>
        <a:srgbClr val="FFFFFF"/>
      </a:lt1>
      <a:dk2>
        <a:srgbClr val="0D1D15"/>
      </a:dk2>
      <a:lt2>
        <a:srgbClr val="EEF3EF"/>
      </a:lt2>
      <a:accent1>
        <a:srgbClr val="1E9E57"/>
      </a:accent1>
      <a:accent2>
        <a:srgbClr val="C9971C"/>
      </a:accent2>
      <a:accent3>
        <a:srgbClr val="C8433A"/>
      </a:accent3>
      <a:accent4>
        <a:srgbClr val="5B6B62"/>
      </a:accent4>
      <a:accent5>
        <a:srgbClr val="A7B6AD"/>
      </a:accent5>
      <a:accent6>
        <a:srgbClr val="D6E2DA"/>
      </a:accent6>
      <a:hlink>
        <a:srgbClr val="1E9E57"/>
      </a:hlink>
      <a:folHlink>
        <a:srgbClr val="5B6B62"/>
      </a:folHlink>
    </a:clrScheme>
    <a:fontScheme name="Goflix Screening Room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Goflix: dashboard admin platform streaming</dc:title>
  <dc:subject>PptxGenJS Presentation</dc:subject>
  <dc:creator>Enrico Saputra</dc:creator>
  <cp:lastModifiedBy>Enrico Saputra</cp:lastModifiedBy>
  <cp:revision>1</cp:revision>
  <dcterms:created xsi:type="dcterms:W3CDTF">2026-10-20T04:45:28Z</dcterms:created>
  <dcterms:modified xsi:type="dcterms:W3CDTF">2026-10-20T04:45:28Z</dcterms:modified>
</cp:coreProperties>
</file>