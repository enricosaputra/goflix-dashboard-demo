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a21b18b-8169-a086-8a53-ca3f0301aecc}">
          <p14:sldIdLst>
            <p14:sldId id="256"/>
          </p14:sldIdLst>
        </p14:section>
        <p14:section name="Produk" id="{5aee3eee-bbf8-3b87-532f-0092ef907bc8}">
          <p14:sldIdLst>
            <p14:sldId id="257"/>
            <p14:sldId id="258"/>
          </p14:sldIdLst>
        </p14:section>
        <p14:section name="Desain sistem" id="{e29724dc-af3c-0286-116f-8a9d0edc51bc}">
          <p14:sldIdLst>
            <p14:sldId id="259"/>
            <p14:sldId id="260"/>
            <p14:sldId id="261"/>
          </p14:sldIdLst>
        </p14:section>
        <p14:section name="Aturan bisnis" id="{7b2fe5df-cdef-0faa-28c9-9284dc927eed}">
          <p14:sldIdLst>
            <p14:sldId id="262"/>
            <p14:sldId id="263"/>
            <p14:sldId id="264"/>
            <p14:sldId id="265"/>
          </p14:sldIdLst>
        </p14:section>
        <p14:section name="Kode" id="{deb52c0d-0b8e-e1aa-c5d8-c6153332a833}">
          <p14:sldIdLst>
            <p14:sldId id="266"/>
            <p14:sldId id="267"/>
            <p14:sldId id="268"/>
          </p14:sldIdLst>
        </p14:section>
        <p14:section name="Penutup" id="{be00b0d7-c982-0aeb-4c7c-43fcfbbe50eb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Siapkan alasan dan risiko masing-masing. Contoh: data ganda di users berisiko tidak sinkron, jadi hanya satu service yang boleh mengubahnya.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juga memakai Blade, Tailwind, dan Chart.js, dan berjalan di PostgreSQL seperti produksi.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Pilih satu atau dua yang paling siap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Keputusan yang layak dibahas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Tanggal berakhir di users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Data ganda yang disengaja: satu kolom ter-index lebih cepat untuk cek akses di setiap pemutaran.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Pembayaran tidak bisa diedit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Langganan dan sewa adalah catatan keuangan. Koreksi adalah entri baru.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Nonaktifkan, bukan hapus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Genre, paket, kupon, atau pengguna yang sudah dipakai hanya bisa dinonaktifkan.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17220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Episode diperbarui di tempat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Baris yang sama dipertahankan, jadi riwayat tontonan tidak terputus.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Tech stack dan alasannya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Dashboard admin: form, validasi, CRUD. Bagian yang saya kerjakan.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8328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PostgreSQL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database untuk API dan dashboard, dengan transaksi dan kunci baris.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aplikasi: trafik pemutaran tinggi, latensi rendah.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905256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Vue.js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web penonton.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Demo: Laravel 10, Blade, Tailwind, Chart.js, dan PostgreSQL seperti produksi. Hijau dan hitam adalah bagian yang saya kerjakan.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Menjaga kode tetap mudah dibaca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Aplikasi demo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Yang akan saya perbaiki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1368"/>
            <a:ext cx="411480" cy="411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1645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Pindah ke tabel pivot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212080" y="1645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Ganti ID dipisah koma secara bertahap, tanpa downtime.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98648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743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kontrak aturan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212080" y="2743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Aturan akses ada di Go dan Laravel; satu set kasus uji bersama menjaga keduanya sama.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365760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5928"/>
            <a:ext cx="411480" cy="411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Riwayat tontonan besar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5212080" y="3840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Partisi watch_history per bulan, laporan dari tabel ringkasan harian.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548640" y="475488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9320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Constraint dan index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521208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Foreign key dan index di kolom cek akses dan laporan.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Coba sendiri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2026-10-20T03:08:20Z</dcterms:created>
  <dcterms:modified xsi:type="dcterms:W3CDTF">2026-10-20T03:08:20Z</dcterms:modified>
</cp:coreProperties>
</file>