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Goflix punya tiga bagian. Saya mengerjakan dashboard Laravel. Demo ini membangun ulang dashboard itu dengan data buatan karena kode asli di bawah 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dashboard adalah alat kerja tim konten, bisnis, dan support, bukan aplikasi penonton.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pembagian tanggung jawab: Go untuk trafik tinggi pemutaran, Laravel untuk form dan CRUD tim internal.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Produksi punya sekitar 40 tabel, termasuk game, musik, radio, banner, dan section beranda. Demo fokus pada tabel yang membawa aturan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poin desain paling kuat untuk dibahas: kenapa pola lama bermasalah dan bagaimana memperbaikinya tanpa downtime.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di demo: tambah langganan untuk pengguna yang masih aktif dan lihat tanggal berakhirnya bertambah.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aturan yang dijalankan API Go sebelum memutar video. Di dashboard ada tombol Cek di halaman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Aturan pelanggan tidak bisa menyewa mencegah pengguna membayar dua kali dan mengurangi permintaan refund.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Siapkan alasan dan risiko masing-masing. Contoh: data ganda di users berisiko tidak sinkron, jadi hanya satu service yang boleh mengubahnya.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juga memakai Blade, Tailwind, dan Chart.js, dan berjalan di PostgreSQL seperti produksi.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app/Services/SubscriptionService.php di repo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langsung: cek film premium untuk pengguna tanpa langganan, tambahkan sewa, lalu cek lagi.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Pilih satu atau dua yang paling siap dibahas.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link dan tawarkan membuka demo atau kode.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oflix-dashboard-demo.vercel.app" TargetMode="External"/><Relationship Id="rId2" Type="http://schemas.openxmlformats.org/officeDocument/2006/relationships/hyperlink" Target="https://goflix-dashboard-demo.vercel.app/goflix-presentasi.pdf" TargetMode="External"/><Relationship Id="rId3" Type="http://schemas.openxmlformats.org/officeDocument/2006/relationships/hyperlink" Target="https://goflix-dashboard-demo.vercel.app/goflix-presentasi.pptx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title"/>
          <p:cNvSpPr txBox="1"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Goflix</a:t>
            </a:r>
            <a:endParaRPr lang="en-US" sz="5400" dirty="0"/>
          </a:p>
        </p:txBody>
      </p:sp>
      <p:sp>
        <p:nvSpPr>
          <p:cNvPr id="3" name="Cover subtitle"/>
          <p:cNvSpPr txBox="1"/>
          <p:nvPr/>
        </p:nvSpPr>
        <p:spPr>
          <a:xfrm>
            <a:off x="64008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streaming: dashboard admin dan desain sistemnya</a:t>
            </a:r>
            <a:endParaRPr lang="en-US" sz="2200" dirty="0"/>
          </a:p>
        </p:txBody>
      </p:sp>
      <p:sp>
        <p:nvSpPr>
          <p:cNvPr id="4" name="Cover author"/>
          <p:cNvSpPr txBox="1"/>
          <p:nvPr/>
        </p:nvSpPr>
        <p:spPr>
          <a:xfrm>
            <a:off x="64008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Enrico Saputra  |  Backend developer (dashboard Laravel)</a:t>
            </a:r>
            <a:endParaRPr lang="en-US" sz="1400" dirty="0"/>
          </a:p>
        </p:txBody>
      </p:sp>
      <p:sp>
        <p:nvSpPr>
          <p:cNvPr id="5" name="Cover note"/>
          <p:cNvSpPr txBox="1"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dan data klien bersifat rahasia. Demo membangun ulang dashboard Laravel di atas model data asli, dengan data buatan.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dilakukan produk ini</a:t>
            </a:r>
            <a:endParaRPr lang="en-US" sz="3000" dirty="0"/>
          </a:p>
        </p:txBody>
      </p:sp>
      <p:sp>
        <p:nvSpPr>
          <p:cNvPr id="3" name="Product summary"/>
          <p:cNvSpPr txBox="1"/>
          <p:nvPr/>
        </p:nvSpPr>
        <p:spPr>
          <a:xfrm>
            <a:off x="457200" y="1097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Penonton menonton film dan serial di web dan mobile. Sebagian gratis; sisanya premium lewat langganan bulanan atau tahunan, atau disewa satuan per film.</a:t>
            </a:r>
            <a:endParaRPr lang="en-US" sz="1600" dirty="0"/>
          </a:p>
        </p:txBody>
      </p:sp>
      <p:sp>
        <p:nvSpPr>
          <p:cNvPr id="4" name="Role heading"/>
          <p:cNvSpPr txBox="1"/>
          <p:nvPr/>
        </p:nvSpPr>
        <p:spPr>
          <a:xfrm>
            <a:off x="45720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Bagian saya: dashboard admin</a:t>
            </a:r>
            <a:endParaRPr lang="en-US" sz="1900" dirty="0"/>
          </a:p>
        </p:txBody>
      </p:sp>
      <p:sp>
        <p:nvSpPr>
          <p:cNvPr id="5" name="Role list"/>
          <p:cNvSpPr txBox="1"/>
          <p:nvPr/>
        </p:nvSpPr>
        <p:spPr>
          <a:xfrm>
            <a:off x="457200" y="28803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Katalog: film, serial, episode, genre, pemain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langganan, kupon, dan film sewa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pengguna, pembayaran, dan laporan</a:t>
            </a:r>
            <a:endParaRPr lang="en-US" sz="1500" dirty="0"/>
          </a:p>
        </p:txBody>
      </p:sp>
      <p:sp>
        <p:nvSpPr>
          <p:cNvPr id="6" name="Stat card 1"/>
          <p:cNvSpPr/>
          <p:nvPr/>
        </p:nvSpPr>
        <p:spPr>
          <a:xfrm>
            <a:off x="5669280" y="1097280"/>
            <a:ext cx="3017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 1"/>
          <p:cNvSpPr txBox="1"/>
          <p:nvPr/>
        </p:nvSpPr>
        <p:spPr>
          <a:xfrm>
            <a:off x="5852160" y="109728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8" name="Stat label 1"/>
          <p:cNvSpPr txBox="1"/>
          <p:nvPr/>
        </p:nvSpPr>
        <p:spPr>
          <a:xfrm>
            <a:off x="6583680" y="10972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bagian: Vue, Go, Laravel</a:t>
            </a:r>
            <a:endParaRPr lang="en-US" sz="1400" dirty="0"/>
          </a:p>
        </p:txBody>
      </p:sp>
      <p:sp>
        <p:nvSpPr>
          <p:cNvPr id="9" name="Stat card 2"/>
          <p:cNvSpPr/>
          <p:nvPr/>
        </p:nvSpPr>
        <p:spPr>
          <a:xfrm>
            <a:off x="5669280" y="2240280"/>
            <a:ext cx="3017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 2"/>
          <p:cNvSpPr txBox="1"/>
          <p:nvPr/>
        </p:nvSpPr>
        <p:spPr>
          <a:xfrm>
            <a:off x="5852160" y="224028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11" name="Stat label 2"/>
          <p:cNvSpPr txBox="1"/>
          <p:nvPr/>
        </p:nvSpPr>
        <p:spPr>
          <a:xfrm>
            <a:off x="6583680" y="22402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PostgreSQL bersama</a:t>
            </a:r>
            <a:endParaRPr lang="en-US" sz="1400" dirty="0"/>
          </a:p>
        </p:txBody>
      </p:sp>
      <p:sp>
        <p:nvSpPr>
          <p:cNvPr id="12" name="Stat card 3"/>
          <p:cNvSpPr/>
          <p:nvPr/>
        </p:nvSpPr>
        <p:spPr>
          <a:xfrm>
            <a:off x="5669280" y="3383280"/>
            <a:ext cx="3017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 3"/>
          <p:cNvSpPr txBox="1"/>
          <p:nvPr/>
        </p:nvSpPr>
        <p:spPr>
          <a:xfrm>
            <a:off x="5852160" y="338328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14" name="Stat label 3"/>
          <p:cNvSpPr txBox="1"/>
          <p:nvPr/>
        </p:nvSpPr>
        <p:spPr>
          <a:xfrm>
            <a:off x="6583680" y="33832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akses: gratis, langganan, sewa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Gambaran sistem</a:t>
            </a:r>
            <a:endParaRPr lang="en-US" sz="3000" dirty="0"/>
          </a:p>
        </p:txBody>
      </p:sp>
      <p:sp>
        <p:nvSpPr>
          <p:cNvPr id="3" name="Vue app"/>
          <p:cNvSpPr/>
          <p:nvPr/>
        </p:nvSpPr>
        <p:spPr>
          <a:xfrm>
            <a:off x="457200" y="118872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web Vue.js</a:t>
            </a:r>
            <a:endParaRPr lang="en-US" sz="1300" dirty="0"/>
          </a:p>
        </p:txBody>
      </p:sp>
      <p:sp>
        <p:nvSpPr>
          <p:cNvPr id="4" name="Mobile app"/>
          <p:cNvSpPr/>
          <p:nvPr/>
        </p:nvSpPr>
        <p:spPr>
          <a:xfrm>
            <a:off x="457200" y="192024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mobile</a:t>
            </a:r>
            <a:endParaRPr lang="en-US" sz="1300" dirty="0"/>
          </a:p>
        </p:txBody>
      </p:sp>
      <p:sp>
        <p:nvSpPr>
          <p:cNvPr id="5" name="Go API"/>
          <p:cNvSpPr/>
          <p:nvPr/>
        </p:nvSpPr>
        <p:spPr>
          <a:xfrm>
            <a:off x="2743200" y="150876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Go</a:t>
            </a:r>
            <a:endParaRPr lang="en-US" sz="1300" dirty="0"/>
          </a:p>
        </p:txBody>
      </p:sp>
      <p:sp>
        <p:nvSpPr>
          <p:cNvPr id="6" name="Database"/>
          <p:cNvSpPr/>
          <p:nvPr/>
        </p:nvSpPr>
        <p:spPr>
          <a:xfrm>
            <a:off x="4846320" y="150876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7" name="Dashboard"/>
          <p:cNvSpPr/>
          <p:nvPr/>
        </p:nvSpPr>
        <p:spPr>
          <a:xfrm>
            <a:off x="6949440" y="141732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Laravel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(bagian saya)</a:t>
            </a:r>
            <a:endParaRPr lang="en-US" sz="1300" dirty="0"/>
          </a:p>
        </p:txBody>
      </p:sp>
      <p:sp>
        <p:nvSpPr>
          <p:cNvPr id="8" name="Gateway"/>
          <p:cNvSpPr/>
          <p:nvPr/>
        </p:nvSpPr>
        <p:spPr>
          <a:xfrm>
            <a:off x="2743200" y="2606040"/>
            <a:ext cx="155448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200" dirty="0"/>
          </a:p>
        </p:txBody>
      </p:sp>
      <p:sp>
        <p:nvSpPr>
          <p:cNvPr id="9" name="Vue to API"/>
          <p:cNvSpPr/>
          <p:nvPr/>
        </p:nvSpPr>
        <p:spPr>
          <a:xfrm>
            <a:off x="2194560" y="1463040"/>
            <a:ext cx="548640" cy="2743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Mobile to API"/>
          <p:cNvSpPr/>
          <p:nvPr/>
        </p:nvSpPr>
        <p:spPr>
          <a:xfrm flipV="1">
            <a:off x="2194560" y="1920240"/>
            <a:ext cx="548640" cy="2743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API to DB"/>
          <p:cNvSpPr/>
          <p:nvPr/>
        </p:nvSpPr>
        <p:spPr>
          <a:xfrm>
            <a:off x="4297680" y="1828800"/>
            <a:ext cx="5486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Dashboard to DB"/>
          <p:cNvSpPr/>
          <p:nvPr/>
        </p:nvSpPr>
        <p:spPr>
          <a:xfrm flipH="1">
            <a:off x="6400800" y="1828800"/>
            <a:ext cx="5486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API to gateway"/>
          <p:cNvSpPr/>
          <p:nvPr/>
        </p:nvSpPr>
        <p:spPr>
          <a:xfrm>
            <a:off x="3520440" y="2148840"/>
            <a:ext cx="0" cy="4572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14" name="Arch point 1"/>
          <p:cNvSpPr/>
          <p:nvPr/>
        </p:nvSpPr>
        <p:spPr>
          <a:xfrm>
            <a:off x="457200" y="3337560"/>
            <a:ext cx="26212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rch point title 1"/>
          <p:cNvSpPr txBox="1"/>
          <p:nvPr/>
        </p:nvSpPr>
        <p:spPr>
          <a:xfrm>
            <a:off x="594360" y="344728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database, dua penulis</a:t>
            </a:r>
            <a:endParaRPr lang="en-US" sz="1500" dirty="0"/>
          </a:p>
        </p:txBody>
      </p:sp>
      <p:sp>
        <p:nvSpPr>
          <p:cNvPr id="16" name="Arch point text 1"/>
          <p:cNvSpPr txBox="1"/>
          <p:nvPr/>
        </p:nvSpPr>
        <p:spPr>
          <a:xfrm>
            <a:off x="594360" y="384048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Go menulis aktivitas dan pembayaran dari aplikasi; dashboard menulis katalog, paket, dan koreksi data.</a:t>
            </a:r>
            <a:endParaRPr lang="en-US" sz="1200" dirty="0"/>
          </a:p>
        </p:txBody>
      </p:sp>
      <p:sp>
        <p:nvSpPr>
          <p:cNvPr id="17" name="Arch point 2"/>
          <p:cNvSpPr/>
          <p:nvPr/>
        </p:nvSpPr>
        <p:spPr>
          <a:xfrm>
            <a:off x="3261360" y="3337560"/>
            <a:ext cx="26212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Arch point title 2"/>
          <p:cNvSpPr txBox="1"/>
          <p:nvPr/>
        </p:nvSpPr>
        <p:spPr>
          <a:xfrm>
            <a:off x="3398520" y="344728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Aturan akses di server</a:t>
            </a:r>
            <a:endParaRPr lang="en-US" sz="1500" dirty="0"/>
          </a:p>
        </p:txBody>
      </p:sp>
      <p:sp>
        <p:nvSpPr>
          <p:cNvPr id="19" name="Arch point text 2"/>
          <p:cNvSpPr txBox="1"/>
          <p:nvPr/>
        </p:nvSpPr>
        <p:spPr>
          <a:xfrm>
            <a:off x="3398520" y="384048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tidak memutuskan sendiri; API mengecek. Dashboard memakai aturan yang sama untuk support.</a:t>
            </a:r>
            <a:endParaRPr lang="en-US" sz="1200" dirty="0"/>
          </a:p>
        </p:txBody>
      </p:sp>
      <p:sp>
        <p:nvSpPr>
          <p:cNvPr id="20" name="Arch point 3"/>
          <p:cNvSpPr/>
          <p:nvPr/>
        </p:nvSpPr>
        <p:spPr>
          <a:xfrm>
            <a:off x="6065520" y="3337560"/>
            <a:ext cx="26212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Arch point title 3"/>
          <p:cNvSpPr txBox="1"/>
          <p:nvPr/>
        </p:nvSpPr>
        <p:spPr>
          <a:xfrm>
            <a:off x="6202680" y="344728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tanpa API</a:t>
            </a:r>
            <a:endParaRPr lang="en-US" sz="1500" dirty="0"/>
          </a:p>
        </p:txBody>
      </p:sp>
      <p:sp>
        <p:nvSpPr>
          <p:cNvPr id="22" name="Arch point text 3"/>
          <p:cNvSpPr txBox="1"/>
          <p:nvPr/>
        </p:nvSpPr>
        <p:spPr>
          <a:xfrm>
            <a:off x="6202680" y="384048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yang dipakai aplikasi lewat API Go. Dashboard hanya halaman admin.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database</a:t>
            </a:r>
            <a:endParaRPr lang="en-US" sz="3000" dirty="0"/>
          </a:p>
        </p:txBody>
      </p:sp>
      <p:pic>
        <p:nvPicPr>
          <p:cNvPr id="3" name="Image 0" descr="Diagram relasi katalog, paket, pembayaran, dan aktivi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7596" y="1005840"/>
            <a:ext cx="5508809" cy="2926080"/>
          </a:xfrm>
          <a:prstGeom prst="rect">
            <a:avLst/>
          </a:prstGeom>
        </p:spPr>
      </p:pic>
      <p:sp>
        <p:nvSpPr>
          <p:cNvPr id="4" name="Model note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(film, serial, episode) di kiri dan kanan; pengguna di tengah dengan pembayaran dan riwayat tontonan. users.subscription_ends_on adalah sumber kebenaran untuk cek akses yang cepat.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Relasi: dari teks ke tabel pivot</a:t>
            </a:r>
            <a:endParaRPr lang="en-US" sz="3000" dirty="0"/>
          </a:p>
        </p:txBody>
      </p:sp>
      <p:sp>
        <p:nvSpPr>
          <p:cNvPr id="3" name="Before card"/>
          <p:cNvSpPr/>
          <p:nvPr/>
        </p:nvSpPr>
        <p:spPr>
          <a:xfrm>
            <a:off x="457200" y="1097280"/>
            <a:ext cx="39319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fter card"/>
          <p:cNvSpPr/>
          <p:nvPr/>
        </p:nvSpPr>
        <p:spPr>
          <a:xfrm>
            <a:off x="4754880" y="1097280"/>
            <a:ext cx="39319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efore title"/>
          <p:cNvSpPr txBox="1"/>
          <p:nvPr/>
        </p:nvSpPr>
        <p:spPr>
          <a:xfrm>
            <a:off x="64008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Produksi</a:t>
            </a:r>
            <a:endParaRPr lang="en-US" sz="1700" dirty="0"/>
          </a:p>
        </p:txBody>
      </p:sp>
      <p:sp>
        <p:nvSpPr>
          <p:cNvPr id="6" name="After title"/>
          <p:cNvSpPr txBox="1"/>
          <p:nvPr/>
        </p:nvSpPr>
        <p:spPr>
          <a:xfrm>
            <a:off x="493776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1700" dirty="0"/>
          </a:p>
        </p:txBody>
      </p:sp>
      <p:sp>
        <p:nvSpPr>
          <p:cNvPr id="7" name="Before code"/>
          <p:cNvSpPr txBox="1"/>
          <p:nvPr/>
        </p:nvSpPr>
        <p:spPr>
          <a:xfrm>
            <a:off x="640080" y="1645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category_id: '6,12,19'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cast_id: '1,108,109,110'</a:t>
            </a:r>
            <a:endParaRPr lang="en-US" sz="1200" dirty="0"/>
          </a:p>
        </p:txBody>
      </p:sp>
      <p:sp>
        <p:nvSpPr>
          <p:cNvPr id="8" name="After code"/>
          <p:cNvSpPr txBox="1"/>
          <p:nvPr/>
        </p:nvSpPr>
        <p:spPr>
          <a:xfrm>
            <a:off x="4937760" y="1645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genre_movie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(movie_id 12, genre_id 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(movie_id 12, genre_id 12)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(movie_id 12, genre_id 19)</a:t>
            </a:r>
            <a:endParaRPr lang="en-US" sz="1200" dirty="0"/>
          </a:p>
        </p:txBody>
      </p:sp>
      <p:sp>
        <p:nvSpPr>
          <p:cNvPr id="9" name="Before note"/>
          <p:cNvSpPr txBox="1"/>
          <p:nvPr/>
        </p:nvSpPr>
        <p:spPr>
          <a:xfrm>
            <a:off x="64008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di-join atau di-index; ID yang dihapus tertinggal.</a:t>
            </a:r>
            <a:endParaRPr lang="en-US" sz="1200" dirty="0"/>
          </a:p>
        </p:txBody>
      </p:sp>
      <p:sp>
        <p:nvSpPr>
          <p:cNvPr id="10" name="After note"/>
          <p:cNvSpPr txBox="1"/>
          <p:nvPr/>
        </p:nvSpPr>
        <p:spPr>
          <a:xfrm>
            <a:off x="493776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key, join biasa, dan laporan genre jadi satu query.</a:t>
            </a:r>
            <a:endParaRPr lang="en-US" sz="1200" dirty="0"/>
          </a:p>
        </p:txBody>
      </p:sp>
      <p:sp>
        <p:nvSpPr>
          <p:cNvPr id="11" name="Before to after"/>
          <p:cNvSpPr/>
          <p:nvPr/>
        </p:nvSpPr>
        <p:spPr>
          <a:xfrm>
            <a:off x="4389120" y="2286000"/>
            <a:ext cx="36576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Migration note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bertahap: buat pivot, isi dari kolom lama, pindahkan pembaca satu per satu, lalu hapus kolom lama.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Perpanjang langganan tanpa membuang hari</a:t>
            </a:r>
            <a:endParaRPr lang="en-US" sz="3000" dirty="0"/>
          </a:p>
        </p:txBody>
      </p:sp>
      <p:sp>
        <p:nvSpPr>
          <p:cNvPr id="3" name="Case 1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aktif sampai 20 Mar, membeli 12 bulan pada 10 Mar:</a:t>
            </a:r>
            <a:endParaRPr lang="en-US" sz="1400" dirty="0"/>
          </a:p>
        </p:txBody>
      </p:sp>
      <p:sp>
        <p:nvSpPr>
          <p:cNvPr id="4" name="Old period"/>
          <p:cNvSpPr/>
          <p:nvPr/>
        </p:nvSpPr>
        <p:spPr>
          <a:xfrm>
            <a:off x="457200" y="1508760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lama: s/d 20 Mar</a:t>
            </a:r>
            <a:endParaRPr lang="en-US" sz="1300" dirty="0"/>
          </a:p>
        </p:txBody>
      </p:sp>
      <p:sp>
        <p:nvSpPr>
          <p:cNvPr id="5" name="New period"/>
          <p:cNvSpPr/>
          <p:nvPr/>
        </p:nvSpPr>
        <p:spPr>
          <a:xfrm>
            <a:off x="2834640" y="1508760"/>
            <a:ext cx="58521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baru: 21 Mar s/d 20 Mar tahun depan</a:t>
            </a:r>
            <a:endParaRPr lang="en-US" sz="1300" dirty="0"/>
          </a:p>
        </p:txBody>
      </p:sp>
      <p:sp>
        <p:nvSpPr>
          <p:cNvPr id="6" name="Case 2"/>
          <p:cNvSpPr txBox="1"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habis 31 Jan, membeli 1 bulan pada 10 Mar:</a:t>
            </a:r>
            <a:endParaRPr lang="en-US" sz="1400" dirty="0"/>
          </a:p>
        </p:txBody>
      </p:sp>
      <p:sp>
        <p:nvSpPr>
          <p:cNvPr id="7" name="Gap"/>
          <p:cNvSpPr/>
          <p:nvPr/>
        </p:nvSpPr>
        <p:spPr>
          <a:xfrm>
            <a:off x="457200" y="2697480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aktif</a:t>
            </a:r>
            <a:endParaRPr lang="en-US" sz="1300" dirty="0"/>
          </a:p>
        </p:txBody>
      </p:sp>
      <p:sp>
        <p:nvSpPr>
          <p:cNvPr id="8" name="Restart"/>
          <p:cNvSpPr/>
          <p:nvPr/>
        </p:nvSpPr>
        <p:spPr>
          <a:xfrm>
            <a:off x="2834640" y="2697480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 s/d 9 Apr</a:t>
            </a:r>
            <a:endParaRPr lang="en-US" sz="1300" dirty="0"/>
          </a:p>
        </p:txBody>
      </p:sp>
      <p:sp>
        <p:nvSpPr>
          <p:cNvPr id="9" name="Sub rule 1"/>
          <p:cNvSpPr/>
          <p:nvPr/>
        </p:nvSpPr>
        <p:spPr>
          <a:xfrm>
            <a:off x="457200" y="3474720"/>
            <a:ext cx="26212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ub rule title 1"/>
          <p:cNvSpPr txBox="1"/>
          <p:nvPr/>
        </p:nvSpPr>
        <p:spPr>
          <a:xfrm>
            <a:off x="594360" y="358444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tempat</a:t>
            </a:r>
            <a:endParaRPr lang="en-US" sz="1500" dirty="0"/>
          </a:p>
        </p:txBody>
      </p:sp>
      <p:sp>
        <p:nvSpPr>
          <p:cNvPr id="11" name="Sub rule text 1"/>
          <p:cNvSpPr txBox="1"/>
          <p:nvPr/>
        </p:nvSpPr>
        <p:spPr>
          <a:xfrm>
            <a:off x="594360" y="3977640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SubscriptionService yang mengubah users.subscription_ends_on.</a:t>
            </a:r>
            <a:endParaRPr lang="en-US" sz="1200" dirty="0"/>
          </a:p>
        </p:txBody>
      </p:sp>
      <p:sp>
        <p:nvSpPr>
          <p:cNvPr id="12" name="Sub rule 2"/>
          <p:cNvSpPr/>
          <p:nvPr/>
        </p:nvSpPr>
        <p:spPr>
          <a:xfrm>
            <a:off x="3261360" y="3474720"/>
            <a:ext cx="26212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ub rule title 2"/>
          <p:cNvSpPr txBox="1"/>
          <p:nvPr/>
        </p:nvSpPr>
        <p:spPr>
          <a:xfrm>
            <a:off x="3398520" y="358444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transaksi</a:t>
            </a:r>
            <a:endParaRPr lang="en-US" sz="1500" dirty="0"/>
          </a:p>
        </p:txBody>
      </p:sp>
      <p:sp>
        <p:nvSpPr>
          <p:cNvPr id="14" name="Sub rule text 2"/>
          <p:cNvSpPr txBox="1"/>
          <p:nvPr/>
        </p:nvSpPr>
        <p:spPr>
          <a:xfrm>
            <a:off x="3398520" y="3977640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Langganan dan tanggal berakhir disimpan bersama; gagal sebagian berarti tidak ada yang tersimpan.</a:t>
            </a:r>
            <a:endParaRPr lang="en-US" sz="1200" dirty="0"/>
          </a:p>
        </p:txBody>
      </p:sp>
      <p:sp>
        <p:nvSpPr>
          <p:cNvPr id="15" name="Sub rule 3"/>
          <p:cNvSpPr/>
          <p:nvPr/>
        </p:nvSpPr>
        <p:spPr>
          <a:xfrm>
            <a:off x="6065520" y="3474720"/>
            <a:ext cx="26212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ub rule title 3"/>
          <p:cNvSpPr txBox="1"/>
          <p:nvPr/>
        </p:nvSpPr>
        <p:spPr>
          <a:xfrm>
            <a:off x="6202680" y="358444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Baris dikunci</a:t>
            </a:r>
            <a:endParaRPr lang="en-US" sz="1500" dirty="0"/>
          </a:p>
        </p:txBody>
      </p:sp>
      <p:sp>
        <p:nvSpPr>
          <p:cNvPr id="17" name="Sub rule text 3"/>
          <p:cNvSpPr txBox="1"/>
          <p:nvPr/>
        </p:nvSpPr>
        <p:spPr>
          <a:xfrm>
            <a:off x="6202680" y="3977640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lockForUpdate membuat pembayaran kedua menunggu, lalu menghitung dari tanggal yang baru.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Siapa boleh menonton apa</a:t>
            </a:r>
            <a:endParaRPr lang="en-US" sz="3000" dirty="0"/>
          </a:p>
        </p:txBody>
      </p:sp>
      <p:sp>
        <p:nvSpPr>
          <p:cNvPr id="3" name="Check 1"/>
          <p:cNvSpPr/>
          <p:nvPr/>
        </p:nvSpPr>
        <p:spPr>
          <a:xfrm>
            <a:off x="457200" y="1234440"/>
            <a:ext cx="1691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dan judul aktif?</a:t>
            </a:r>
            <a:endParaRPr lang="en-US" sz="1300" dirty="0"/>
          </a:p>
        </p:txBody>
      </p:sp>
      <p:sp>
        <p:nvSpPr>
          <p:cNvPr id="4" name="Outcome 1"/>
          <p:cNvSpPr txBox="1"/>
          <p:nvPr/>
        </p:nvSpPr>
        <p:spPr>
          <a:xfrm>
            <a:off x="45720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tidak: ditolak</a:t>
            </a:r>
            <a:endParaRPr lang="en-US" sz="1200" dirty="0"/>
          </a:p>
        </p:txBody>
      </p:sp>
      <p:sp>
        <p:nvSpPr>
          <p:cNvPr id="5" name="Next 1"/>
          <p:cNvSpPr/>
          <p:nvPr/>
        </p:nvSpPr>
        <p:spPr>
          <a:xfrm>
            <a:off x="2148840" y="1627632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Check 2"/>
          <p:cNvSpPr/>
          <p:nvPr/>
        </p:nvSpPr>
        <p:spPr>
          <a:xfrm>
            <a:off x="2606040" y="1234440"/>
            <a:ext cx="1691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Premium?</a:t>
            </a:r>
            <a:endParaRPr lang="en-US" sz="1300" dirty="0"/>
          </a:p>
        </p:txBody>
      </p:sp>
      <p:sp>
        <p:nvSpPr>
          <p:cNvPr id="7" name="Outcome 2"/>
          <p:cNvSpPr txBox="1"/>
          <p:nvPr/>
        </p:nvSpPr>
        <p:spPr>
          <a:xfrm>
            <a:off x="260604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tidak: gratis</a:t>
            </a:r>
            <a:endParaRPr lang="en-US" sz="1200" dirty="0"/>
          </a:p>
        </p:txBody>
      </p:sp>
      <p:sp>
        <p:nvSpPr>
          <p:cNvPr id="8" name="Next 2"/>
          <p:cNvSpPr/>
          <p:nvPr/>
        </p:nvSpPr>
        <p:spPr>
          <a:xfrm>
            <a:off x="4297680" y="1627632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Check 3"/>
          <p:cNvSpPr/>
          <p:nvPr/>
        </p:nvSpPr>
        <p:spPr>
          <a:xfrm>
            <a:off x="4754880" y="1234440"/>
            <a:ext cx="1691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Langganan aktif?</a:t>
            </a:r>
            <a:endParaRPr lang="en-US" sz="1300" dirty="0"/>
          </a:p>
        </p:txBody>
      </p:sp>
      <p:sp>
        <p:nvSpPr>
          <p:cNvPr id="10" name="Outcome 3"/>
          <p:cNvSpPr txBox="1"/>
          <p:nvPr/>
        </p:nvSpPr>
        <p:spPr>
          <a:xfrm>
            <a:off x="475488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ya: boleh</a:t>
            </a:r>
            <a:endParaRPr lang="en-US" sz="1200" dirty="0"/>
          </a:p>
        </p:txBody>
      </p:sp>
      <p:sp>
        <p:nvSpPr>
          <p:cNvPr id="11" name="Next 3"/>
          <p:cNvSpPr/>
          <p:nvPr/>
        </p:nvSpPr>
        <p:spPr>
          <a:xfrm>
            <a:off x="6446520" y="1627632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Check 4"/>
          <p:cNvSpPr/>
          <p:nvPr/>
        </p:nvSpPr>
        <p:spPr>
          <a:xfrm>
            <a:off x="6903720" y="1234440"/>
            <a:ext cx="1691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ini disewa?</a:t>
            </a:r>
            <a:endParaRPr lang="en-US" sz="1300" dirty="0"/>
          </a:p>
        </p:txBody>
      </p:sp>
      <p:sp>
        <p:nvSpPr>
          <p:cNvPr id="13" name="Outcome 4"/>
          <p:cNvSpPr txBox="1"/>
          <p:nvPr/>
        </p:nvSpPr>
        <p:spPr>
          <a:xfrm>
            <a:off x="690372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ya: boleh, sampai sewa habis</a:t>
            </a:r>
            <a:endParaRPr lang="en-US" sz="1200" dirty="0"/>
          </a:p>
        </p:txBody>
      </p:sp>
      <p:sp>
        <p:nvSpPr>
          <p:cNvPr id="14" name="Refused"/>
          <p:cNvSpPr/>
          <p:nvPr/>
        </p:nvSpPr>
        <p:spPr>
          <a:xfrm>
            <a:off x="457200" y="283464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Ditolak: perlu langganan, atau sewa jika film punya harga sewa</a:t>
            </a:r>
            <a:endParaRPr lang="en-US" sz="1300" dirty="0"/>
          </a:p>
        </p:txBody>
      </p:sp>
      <p:sp>
        <p:nvSpPr>
          <p:cNvPr id="15" name="Access note"/>
          <p:cNvSpPr txBox="1"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premium sendiri atau karena serialnya premium. Satu AccessService dipakai di semua tempat, dan dashboard menampilkannya per pengguna supaya support bisa menjawab keluhan.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Sewa dan kupon</a:t>
            </a:r>
            <a:endParaRPr lang="en-US" sz="3000" dirty="0"/>
          </a:p>
        </p:txBody>
      </p:sp>
      <p:sp>
        <p:nvSpPr>
          <p:cNvPr id="3" name="Rental card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upon card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ntal title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Sewa satu film</a:t>
            </a:r>
            <a:endParaRPr lang="en-US" sz="1700" dirty="0"/>
          </a:p>
        </p:txBody>
      </p:sp>
      <p:sp>
        <p:nvSpPr>
          <p:cNvPr id="6" name="Coupon title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Kupon</a:t>
            </a:r>
            <a:endParaRPr lang="en-US" sz="1700" dirty="0"/>
          </a:p>
        </p:txBody>
      </p:sp>
      <p:sp>
        <p:nvSpPr>
          <p:cNvPr id="7" name="Rental rules"/>
          <p:cNvSpPr txBox="1"/>
          <p:nvPr/>
        </p:nvSpPr>
        <p:spPr>
          <a:xfrm>
            <a:off x="640080" y="17373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film premium dengan harga sewa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Berlaku rent_days hari sejak dibayar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aktif tidak bisa menyewa: filmnya sudah termasuk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yang sama tidak bisa disewa dua kali bersamaan</a:t>
            </a:r>
            <a:endParaRPr lang="en-US" sz="1400" dirty="0"/>
          </a:p>
        </p:txBody>
      </p:sp>
      <p:sp>
        <p:nvSpPr>
          <p:cNvPr id="8" name="Coupon rules"/>
          <p:cNvSpPr txBox="1"/>
          <p:nvPr/>
        </p:nvSpPr>
        <p:spPr>
          <a:xfrm>
            <a:off x="4846320" y="17373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tetap atau persentase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berlaku di antara tanggal mulai dan berakhir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pernah membuat harga di bawah nol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Kupon sekali pakai berlaku sekali per pengguna, untuk paket maupun sewa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Keputusan yang layak dibahas</a:t>
            </a:r>
            <a:endParaRPr lang="en-US" sz="3000" dirty="0"/>
          </a:p>
        </p:txBody>
      </p:sp>
      <p:sp>
        <p:nvSpPr>
          <p:cNvPr id="3" name="Decision 1"/>
          <p:cNvSpPr/>
          <p:nvPr/>
        </p:nvSpPr>
        <p:spPr>
          <a:xfrm>
            <a:off x="457200" y="114300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ecision title 1"/>
          <p:cNvSpPr txBox="1"/>
          <p:nvPr/>
        </p:nvSpPr>
        <p:spPr>
          <a:xfrm>
            <a:off x="594360" y="1252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Tanggal berakhir di users</a:t>
            </a:r>
            <a:endParaRPr lang="en-US" sz="1500" dirty="0"/>
          </a:p>
        </p:txBody>
      </p:sp>
      <p:sp>
        <p:nvSpPr>
          <p:cNvPr id="5" name="Decision text 1"/>
          <p:cNvSpPr txBox="1"/>
          <p:nvPr/>
        </p:nvSpPr>
        <p:spPr>
          <a:xfrm>
            <a:off x="594360" y="1645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ganda yang disengaja: API mengecek akses di setiap pemutaran, jadi satu kolom ter-index lebih cepat dari mencari langganan terakhir.</a:t>
            </a:r>
            <a:endParaRPr lang="en-US" sz="1200" dirty="0"/>
          </a:p>
        </p:txBody>
      </p:sp>
      <p:sp>
        <p:nvSpPr>
          <p:cNvPr id="6" name="Decision 2"/>
          <p:cNvSpPr/>
          <p:nvPr/>
        </p:nvSpPr>
        <p:spPr>
          <a:xfrm>
            <a:off x="4663440" y="114300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ecision title 2"/>
          <p:cNvSpPr txBox="1"/>
          <p:nvPr/>
        </p:nvSpPr>
        <p:spPr>
          <a:xfrm>
            <a:off x="4800600" y="1252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Pembayaran tidak bisa diedit</a:t>
            </a:r>
            <a:endParaRPr lang="en-US" sz="1500" dirty="0"/>
          </a:p>
        </p:txBody>
      </p:sp>
      <p:sp>
        <p:nvSpPr>
          <p:cNvPr id="8" name="Decision text 2"/>
          <p:cNvSpPr txBox="1"/>
          <p:nvPr/>
        </p:nvSpPr>
        <p:spPr>
          <a:xfrm>
            <a:off x="4800600" y="1645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Langganan dan sewa adalah catatan keuangan. Koreksi dibuat sebagai entri baru.</a:t>
            </a:r>
            <a:endParaRPr lang="en-US" sz="1200" dirty="0"/>
          </a:p>
        </p:txBody>
      </p:sp>
      <p:sp>
        <p:nvSpPr>
          <p:cNvPr id="9" name="Decision 3"/>
          <p:cNvSpPr/>
          <p:nvPr/>
        </p:nvSpPr>
        <p:spPr>
          <a:xfrm>
            <a:off x="457200" y="27889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ecision title 3"/>
          <p:cNvSpPr txBox="1"/>
          <p:nvPr/>
        </p:nvSpPr>
        <p:spPr>
          <a:xfrm>
            <a:off x="594360" y="28986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Nonaktifkan, bukan hapus</a:t>
            </a:r>
            <a:endParaRPr lang="en-US" sz="1500" dirty="0"/>
          </a:p>
        </p:txBody>
      </p:sp>
      <p:sp>
        <p:nvSpPr>
          <p:cNvPr id="11" name="Decision text 3"/>
          <p:cNvSpPr txBox="1"/>
          <p:nvPr/>
        </p:nvSpPr>
        <p:spPr>
          <a:xfrm>
            <a:off x="594360" y="32918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paket, kupon, atau pengguna yang sudah dipakai hanya bisa dinonaktifkan, supaya riwayat tetap utuh.</a:t>
            </a:r>
            <a:endParaRPr lang="en-US" sz="1200" dirty="0"/>
          </a:p>
        </p:txBody>
      </p:sp>
      <p:sp>
        <p:nvSpPr>
          <p:cNvPr id="12" name="Decision 4"/>
          <p:cNvSpPr/>
          <p:nvPr/>
        </p:nvSpPr>
        <p:spPr>
          <a:xfrm>
            <a:off x="4663440" y="27889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ecision title 4"/>
          <p:cNvSpPr txBox="1"/>
          <p:nvPr/>
        </p:nvSpPr>
        <p:spPr>
          <a:xfrm>
            <a:off x="4800600" y="28986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Episode diperbarui, bukan diganti</a:t>
            </a:r>
            <a:endParaRPr lang="en-US" sz="1500" dirty="0"/>
          </a:p>
        </p:txBody>
      </p:sp>
      <p:sp>
        <p:nvSpPr>
          <p:cNvPr id="14" name="Decision text 4"/>
          <p:cNvSpPr txBox="1"/>
          <p:nvPr/>
        </p:nvSpPr>
        <p:spPr>
          <a:xfrm>
            <a:off x="4800600" y="32918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ulang daftar episode mempertahankan baris yang sama, jadi riwayat tontonan tidak terputus.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dan alasannya</a:t>
            </a:r>
            <a:endParaRPr lang="en-US" sz="3000" dirty="0"/>
          </a:p>
        </p:txBody>
      </p:sp>
      <p:sp>
        <p:nvSpPr>
          <p:cNvPr id="3" name="Stack marker 1"/>
          <p:cNvSpPr/>
          <p:nvPr/>
        </p:nvSpPr>
        <p:spPr>
          <a:xfrm>
            <a:off x="457200" y="1252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ack number 1"/>
          <p:cNvSpPr txBox="1"/>
          <p:nvPr/>
        </p:nvSpPr>
        <p:spPr>
          <a:xfrm>
            <a:off x="45720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tack name 1"/>
          <p:cNvSpPr txBox="1"/>
          <p:nvPr/>
        </p:nvSpPr>
        <p:spPr>
          <a:xfrm>
            <a:off x="1143000" y="1143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 10</a:t>
            </a:r>
            <a:endParaRPr lang="en-US" sz="1800" dirty="0"/>
          </a:p>
        </p:txBody>
      </p:sp>
      <p:sp>
        <p:nvSpPr>
          <p:cNvPr id="6" name="Stack reason 1"/>
          <p:cNvSpPr txBox="1"/>
          <p:nvPr/>
        </p:nvSpPr>
        <p:spPr>
          <a:xfrm>
            <a:off x="3657600" y="11430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admin: form, validasi, dan CRUD sangat produktif. Bagian yang saya kerjakan.</a:t>
            </a:r>
            <a:endParaRPr lang="en-US" sz="1400" dirty="0"/>
          </a:p>
        </p:txBody>
      </p:sp>
      <p:sp>
        <p:nvSpPr>
          <p:cNvPr id="7" name="Stack marker 2"/>
          <p:cNvSpPr/>
          <p:nvPr/>
        </p:nvSpPr>
        <p:spPr>
          <a:xfrm>
            <a:off x="457200" y="212140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ck number 2"/>
          <p:cNvSpPr txBox="1"/>
          <p:nvPr/>
        </p:nvSpPr>
        <p:spPr>
          <a:xfrm>
            <a:off x="4572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tack name 2"/>
          <p:cNvSpPr txBox="1"/>
          <p:nvPr/>
        </p:nvSpPr>
        <p:spPr>
          <a:xfrm>
            <a:off x="1143000" y="2011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0" name="Stack reason 2"/>
          <p:cNvSpPr txBox="1"/>
          <p:nvPr/>
        </p:nvSpPr>
        <p:spPr>
          <a:xfrm>
            <a:off x="3657600" y="2011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database untuk API dan dashboard, dengan transaksi dan kunci baris.</a:t>
            </a:r>
            <a:endParaRPr lang="en-US" sz="1400" dirty="0"/>
          </a:p>
        </p:txBody>
      </p:sp>
      <p:sp>
        <p:nvSpPr>
          <p:cNvPr id="11" name="Stack marker 3"/>
          <p:cNvSpPr/>
          <p:nvPr/>
        </p:nvSpPr>
        <p:spPr>
          <a:xfrm>
            <a:off x="457200" y="299008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Stack number 3"/>
          <p:cNvSpPr txBox="1"/>
          <p:nvPr/>
        </p:nvSpPr>
        <p:spPr>
          <a:xfrm>
            <a:off x="45720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tack name 3"/>
          <p:cNvSpPr txBox="1"/>
          <p:nvPr/>
        </p:nvSpPr>
        <p:spPr>
          <a:xfrm>
            <a:off x="1143000" y="2880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endParaRPr lang="en-US" sz="1800" dirty="0"/>
          </a:p>
        </p:txBody>
      </p:sp>
      <p:sp>
        <p:nvSpPr>
          <p:cNvPr id="14" name="Stack reason 3"/>
          <p:cNvSpPr txBox="1"/>
          <p:nvPr/>
        </p:nvSpPr>
        <p:spPr>
          <a:xfrm>
            <a:off x="3657600" y="2880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untuk aplikasi: trafik pemutaran tinggi dan latensi rendah.</a:t>
            </a:r>
            <a:endParaRPr lang="en-US" sz="1400" dirty="0"/>
          </a:p>
        </p:txBody>
      </p:sp>
      <p:sp>
        <p:nvSpPr>
          <p:cNvPr id="15" name="Stack marker 4"/>
          <p:cNvSpPr/>
          <p:nvPr/>
        </p:nvSpPr>
        <p:spPr>
          <a:xfrm>
            <a:off x="457200" y="385876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Stack number 4"/>
          <p:cNvSpPr txBox="1"/>
          <p:nvPr/>
        </p:nvSpPr>
        <p:spPr>
          <a:xfrm>
            <a:off x="45720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tack name 4"/>
          <p:cNvSpPr txBox="1"/>
          <p:nvPr/>
        </p:nvSpPr>
        <p:spPr>
          <a:xfrm>
            <a:off x="114300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Vue.js</a:t>
            </a:r>
            <a:endParaRPr lang="en-US" sz="1800" dirty="0"/>
          </a:p>
        </p:txBody>
      </p:sp>
      <p:sp>
        <p:nvSpPr>
          <p:cNvPr id="18" name="Stack reason 4"/>
          <p:cNvSpPr txBox="1"/>
          <p:nvPr/>
        </p:nvSpPr>
        <p:spPr>
          <a:xfrm>
            <a:off x="3657600" y="3749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web penonton.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Menjaga kode tetap mudah dibaca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512064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 sample"/>
          <p:cNvSpPr txBox="1"/>
          <p:nvPr/>
        </p:nvSpPr>
        <p:spPr>
          <a:xfrm>
            <a:off x="640080" y="1234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DB::transaction(function () use (...)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 = User::lockForUpdate()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-&gt;findOrFail($user-&gt;id);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$startsOn = $user-&gt;subscription_ends_on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?-&gt;gte($today)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$user-&gt;subscription_ends_on-&gt;addDay()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$today;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$endsOn = $startsOn-&gt;copy()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-&gt;addMonthsNoOverflow($months)-&gt;subDay();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$user-&gt;subscriptions()-&gt;create([...]);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$user-&gt;update(['subscription_ends_on' =&gt; $endsOn]);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  <p:sp>
        <p:nvSpPr>
          <p:cNvPr id="5" name="Clean code notes"/>
          <p:cNvSpPr txBox="1"/>
          <p:nvPr/>
        </p:nvSpPr>
        <p:spPr>
          <a:xfrm>
            <a:off x="5806440" y="1097280"/>
            <a:ext cx="2880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Aturan di service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tipis; langganan, sewa, kupon, dan akses adalah class biasa.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Enum, bukan angka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masuk, peran, dan jenis kupon bertipe.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pola untuk master data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bahasa, season berbagi satu controller dasar.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 pada aturan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feature test.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Aplikasi demo</a:t>
            </a:r>
            <a:endParaRPr lang="en-US" sz="3000" dirty="0"/>
          </a:p>
        </p:txBody>
      </p:sp>
      <p:pic>
        <p:nvPicPr>
          <p:cNvPr id="3" name="Image 0" descr="Dashboard Goflix dengan pendapatan per bu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3020"/>
            <a:ext cx="4023360" cy="2514600"/>
          </a:xfrm>
          <a:prstGeom prst="rect">
            <a:avLst/>
          </a:prstGeom>
        </p:spPr>
      </p:pic>
      <p:pic>
        <p:nvPicPr>
          <p:cNvPr id="4" name="Image 1" descr="Halaman pengguna dengan cek aks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03020"/>
            <a:ext cx="4023360" cy="2514600"/>
          </a:xfrm>
          <a:prstGeom prst="rect">
            <a:avLst/>
          </a:prstGeom>
        </p:spPr>
      </p:pic>
      <p:sp>
        <p:nvSpPr>
          <p:cNvPr id="5" name="Dashboard caption"/>
          <p:cNvSpPr txBox="1"/>
          <p:nvPr/>
        </p:nvSpPr>
        <p:spPr>
          <a:xfrm>
            <a:off x="45720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pendapatan langganan dan sewa per bulan</a:t>
            </a:r>
            <a:endParaRPr lang="en-US" sz="1200" dirty="0"/>
          </a:p>
        </p:txBody>
      </p:sp>
      <p:sp>
        <p:nvSpPr>
          <p:cNvPr id="6" name="User caption"/>
          <p:cNvSpPr txBox="1"/>
          <p:nvPr/>
        </p:nvSpPr>
        <p:spPr>
          <a:xfrm>
            <a:off x="466344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Pengguna: status, pembayaran, dan cek akses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akan saya perbaiki</a:t>
            </a:r>
            <a:endParaRPr lang="en-US" sz="3000" dirty="0"/>
          </a:p>
        </p:txBody>
      </p:sp>
      <p:sp>
        <p:nvSpPr>
          <p:cNvPr id="3" name="Improve title 1"/>
          <p:cNvSpPr txBox="1"/>
          <p:nvPr/>
        </p:nvSpPr>
        <p:spPr>
          <a:xfrm>
            <a:off x="457200" y="1143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Pindah ke tabel pivot</a:t>
            </a:r>
            <a:endParaRPr lang="en-US" sz="1700" dirty="0"/>
          </a:p>
        </p:txBody>
      </p:sp>
      <p:sp>
        <p:nvSpPr>
          <p:cNvPr id="4" name="Improve text 1"/>
          <p:cNvSpPr txBox="1"/>
          <p:nvPr/>
        </p:nvSpPr>
        <p:spPr>
          <a:xfrm>
            <a:off x="3657600" y="1143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ID dipisah koma secara bertahap, tanpa downtime.</a:t>
            </a:r>
            <a:endParaRPr lang="en-US" sz="1400" dirty="0"/>
          </a:p>
        </p:txBody>
      </p:sp>
      <p:sp>
        <p:nvSpPr>
          <p:cNvPr id="5" name="Improve title 2"/>
          <p:cNvSpPr txBox="1"/>
          <p:nvPr/>
        </p:nvSpPr>
        <p:spPr>
          <a:xfrm>
            <a:off x="45720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kontrak aturan</a:t>
            </a:r>
            <a:endParaRPr lang="en-US" sz="1700" dirty="0"/>
          </a:p>
        </p:txBody>
      </p:sp>
      <p:sp>
        <p:nvSpPr>
          <p:cNvPr id="6" name="Improve text 2"/>
          <p:cNvSpPr txBox="1"/>
          <p:nvPr/>
        </p:nvSpPr>
        <p:spPr>
          <a:xfrm>
            <a:off x="36576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akses ada di Go dan Laravel. Satu set kasus uji bersama mencegah keduanya berbeda.</a:t>
            </a:r>
            <a:endParaRPr lang="en-US" sz="1400" dirty="0"/>
          </a:p>
        </p:txBody>
      </p:sp>
      <p:sp>
        <p:nvSpPr>
          <p:cNvPr id="7" name="Improve title 3"/>
          <p:cNvSpPr txBox="1"/>
          <p:nvPr/>
        </p:nvSpPr>
        <p:spPr>
          <a:xfrm>
            <a:off x="45720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Riwayat tontonan yang besar</a:t>
            </a:r>
            <a:endParaRPr lang="en-US" sz="1700" dirty="0"/>
          </a:p>
        </p:txBody>
      </p:sp>
      <p:sp>
        <p:nvSpPr>
          <p:cNvPr id="8" name="Improve text 3"/>
          <p:cNvSpPr txBox="1"/>
          <p:nvPr/>
        </p:nvSpPr>
        <p:spPr>
          <a:xfrm>
            <a:off x="3657600" y="2880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Partisi watch_history per bulan dan pindahkan laporan ke tabel ringkasan harian.</a:t>
            </a:r>
            <a:endParaRPr lang="en-US" sz="1400" dirty="0"/>
          </a:p>
        </p:txBody>
      </p:sp>
      <p:sp>
        <p:nvSpPr>
          <p:cNvPr id="9" name="Improve title 4"/>
          <p:cNvSpPr txBox="1"/>
          <p:nvPr/>
        </p:nvSpPr>
        <p:spPr>
          <a:xfrm>
            <a:off x="457200" y="3749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dan index</a:t>
            </a:r>
            <a:endParaRPr lang="en-US" sz="1700" dirty="0"/>
          </a:p>
        </p:txBody>
      </p:sp>
      <p:sp>
        <p:nvSpPr>
          <p:cNvPr id="10" name="Improve text 4"/>
          <p:cNvSpPr txBox="1"/>
          <p:nvPr/>
        </p:nvSpPr>
        <p:spPr>
          <a:xfrm>
            <a:off x="3657600" y="3749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dan index di kolom yang dipakai cek akses dan laporan.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ks title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Coba sendiri</a:t>
            </a:r>
            <a:endParaRPr lang="en-US" sz="4000" dirty="0"/>
          </a:p>
        </p:txBody>
      </p:sp>
      <p:sp>
        <p:nvSpPr>
          <p:cNvPr id="3" name="Link label 1"/>
          <p:cNvSpPr txBox="1"/>
          <p:nvPr/>
        </p:nvSpPr>
        <p:spPr>
          <a:xfrm>
            <a:off x="64008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</a:t>
            </a:r>
            <a:endParaRPr lang="en-US" sz="1600" dirty="0"/>
          </a:p>
        </p:txBody>
      </p:sp>
      <p:sp>
        <p:nvSpPr>
          <p:cNvPr id="4" name="Link value 1"/>
          <p:cNvSpPr txBox="1"/>
          <p:nvPr/>
        </p:nvSpPr>
        <p:spPr>
          <a:xfrm>
            <a:off x="2468880" y="1554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https://goflix-dashboard-demo.vercel.app</a:t>
            </a:r>
            <a:endParaRPr lang="en-US" sz="1300" dirty="0"/>
          </a:p>
        </p:txBody>
      </p:sp>
      <p:sp>
        <p:nvSpPr>
          <p:cNvPr id="5" name="Link label 2"/>
          <p:cNvSpPr txBox="1"/>
          <p:nvPr/>
        </p:nvSpPr>
        <p:spPr>
          <a:xfrm>
            <a:off x="640080" y="21214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(PDF)</a:t>
            </a:r>
            <a:endParaRPr lang="en-US" sz="1600" dirty="0"/>
          </a:p>
        </p:txBody>
      </p:sp>
      <p:sp>
        <p:nvSpPr>
          <p:cNvPr id="6" name="Link value 2"/>
          <p:cNvSpPr txBox="1"/>
          <p:nvPr/>
        </p:nvSpPr>
        <p:spPr>
          <a:xfrm>
            <a:off x="2468880" y="212140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https://goflix-dashboard-demo.vercel.app/goflix-presentasi.pdf</a:t>
            </a:r>
            <a:endParaRPr lang="en-US" sz="1300" dirty="0"/>
          </a:p>
        </p:txBody>
      </p:sp>
      <p:sp>
        <p:nvSpPr>
          <p:cNvPr id="7" name="Link label 3"/>
          <p:cNvSpPr txBox="1"/>
          <p:nvPr/>
        </p:nvSpPr>
        <p:spPr>
          <a:xfrm>
            <a:off x="640080" y="26883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(PPTX)</a:t>
            </a:r>
            <a:endParaRPr lang="en-US" sz="1600" dirty="0"/>
          </a:p>
        </p:txBody>
      </p:sp>
      <p:sp>
        <p:nvSpPr>
          <p:cNvPr id="8" name="Link value 3"/>
          <p:cNvSpPr txBox="1"/>
          <p:nvPr/>
        </p:nvSpPr>
        <p:spPr>
          <a:xfrm>
            <a:off x="2468880" y="2688336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https://goflix-dashboard-demo.vercel.app/goflix-presentasi.pptx</a:t>
            </a:r>
            <a:endParaRPr lang="en-US" sz="1300" dirty="0"/>
          </a:p>
        </p:txBody>
      </p:sp>
      <p:sp>
        <p:nvSpPr>
          <p:cNvPr id="9" name="Link label 4"/>
          <p:cNvSpPr txBox="1"/>
          <p:nvPr/>
        </p:nvSpPr>
        <p:spPr>
          <a:xfrm>
            <a:off x="640080" y="32552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demo</a:t>
            </a:r>
            <a:endParaRPr lang="en-US" sz="1600" dirty="0"/>
          </a:p>
        </p:txBody>
      </p:sp>
      <p:sp>
        <p:nvSpPr>
          <p:cNvPr id="10" name="Link value 4"/>
          <p:cNvSpPr txBox="1"/>
          <p:nvPr/>
        </p:nvSpPr>
        <p:spPr>
          <a:xfrm>
            <a:off x="2468880" y="325526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GitHub privat, akses diberikan saat wawancara</a:t>
            </a:r>
            <a:endParaRPr lang="en-US" sz="1300" dirty="0"/>
          </a:p>
        </p:txBody>
      </p:sp>
      <p:sp>
        <p:nvSpPr>
          <p:cNvPr id="11" name="Links note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tersedia dalam Bahasa Indonesia dan English. Data demo bebas diubah dan dipulihkan otomatis setiap 3 jam.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flix">
  <a:themeElements>
    <a:clrScheme name="Goflix">
      <a:dk1>
        <a:srgbClr val="1B2430"/>
      </a:dk1>
      <a:lt1>
        <a:srgbClr val="FFFFFF"/>
      </a:lt1>
      <a:dk2>
        <a:srgbClr val="3A4656"/>
      </a:dk2>
      <a:lt2>
        <a:srgbClr val="F1F3F5"/>
      </a:lt2>
      <a:accent1>
        <a:srgbClr val="E11D48"/>
      </a:accent1>
      <a:accent2>
        <a:srgbClr val="2E8B6E"/>
      </a:accent2>
      <a:accent3>
        <a:srgbClr val="5B6B7F"/>
      </a:accent3>
      <a:accent4>
        <a:srgbClr val="F2A541"/>
      </a:accent4>
      <a:accent5>
        <a:srgbClr val="8FA3B8"/>
      </a:accent5>
      <a:accent6>
        <a:srgbClr val="C9D1D9"/>
      </a:accent6>
      <a:hlink>
        <a:srgbClr val="E11D48"/>
      </a:hlink>
      <a:folHlink>
        <a:srgbClr val="5B6B7F"/>
      </a:folHlink>
    </a:clrScheme>
    <a:fontScheme name="Goflix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Goflix: dashboard admin platform streaming</dc:title>
  <dc:subject>PptxGenJS Presentation</dc:subject>
  <dc:creator>Enrico Saputra</dc:creator>
  <cp:lastModifiedBy>Enrico Saputra</cp:lastModifiedBy>
  <cp:revision>1</cp:revision>
  <dcterms:created xsi:type="dcterms:W3CDTF">2026-10-19T09:49:31Z</dcterms:created>
  <dcterms:modified xsi:type="dcterms:W3CDTF">2026-10-19T09:49:31Z</dcterms:modified>
</cp:coreProperties>
</file>