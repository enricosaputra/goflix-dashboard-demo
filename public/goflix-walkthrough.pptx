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b4961a8-0eb4-f439-4706-34af9d5501da}">
          <p14:sldIdLst>
            <p14:sldId id="256"/>
          </p14:sldIdLst>
        </p14:section>
        <p14:section name="Product" id="{844e7408-af2b-1f6e-b85c-cf192acab2aa}">
          <p14:sldIdLst>
            <p14:sldId id="257"/>
            <p14:sldId id="258"/>
          </p14:sldIdLst>
        </p14:section>
        <p14:section name="System design" id="{9bce645f-60c9-0acb-4213-dd88a42f34e9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 rules" id="{044d5016-430f-8b25-dc21-dba0733e59a2}">
          <p14:sldIdLst>
            <p14:sldId id="264"/>
            <p14:sldId id="265"/>
            <p14:sldId id="266"/>
          </p14:sldIdLst>
        </p14:section>
        <p14:section name="Code" id="{4afb9dd3-7156-3c3b-aac1-6e45dfadca01}">
          <p14:sldIdLst>
            <p14:sldId id="267"/>
            <p14:sldId id="268"/>
            <p14:sldId id="269"/>
          </p14:sldIdLst>
        </p14:section>
        <p14:section name="Closing" id="{380e67a9-f747-905a-186f-9e61607e7150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Goflix has three parts. I built the Laravel dashboard. The demo rebuilds that dashboard with made-up data because the real code is under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is the viewer app (Vue and Go), not my part. Right is the dashboard I built, in its demo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rule in this deck turns on these three ways in. Point out that an episode can be premium on its own or through its series.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for heavy playback traffic, Laravel for the internal team's forms and CRUD. Both write to the same 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Production has about 40 tables, including games, music, radio and banners. The demo keeps the tables that carry the dashboard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Movies, series, episodes and seasons, with pivot tables for genres, languages and 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Plans, subscriptions, rentals and coupons. users.subscription_ends_on serves the fast access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design point to discuss: why the old pattern hurts and how to fix it without downtime.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it in the demo: add a plan for a user who is still subscribed and watch the end date move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rule the Go API runs before playback. The dashboard has a Check button on the user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subscribers-cannot-rent rule stops people paying twice and cuts refund requests.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each row, have one example from this project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app/Services/SubscriptionService.php in the demo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check a premium movie for a user without a plan, add a rental, then check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links and offer to open the demo or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Goflix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oflix-dashboard-demo.vercel.app" TargetMode="External"/><Relationship Id="rId2" Type="http://schemas.openxmlformats.org/officeDocument/2006/relationships/hyperlink" Target="https://goflix-dashboard-demo.vercel.app/goflix-walkthrough.pdf" TargetMode="External"/><Relationship Id="rId3" Type="http://schemas.openxmlformats.org/officeDocument/2006/relationships/hyperlink" Target="https://goflix-dashboard-demo.vercel.app/goflix-walkthrough.pptx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flix viewer app" descr="/workspaces/.xc-work/assets/goflix/site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02552" y="0"/>
            <a:ext cx="5486400" cy="6858000"/>
          </a:xfrm>
          <a:prstGeom prst="rect">
            <a:avLst/>
          </a:prstGeom>
          <a:solidFill>
            <a:schemeClr val="tx2">
              <a:alpha val="4000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STREAMING PLATFORM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Goflix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1546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The admin dashboard behind the catalog, the plans, and who may watch what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Laravel dashboard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321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Client code and data are private. The demo rebuilds the Laravel dashboard on the real data model, with made-up data.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Viewers see this; the team works here</a:t>
            </a:r>
            <a:endParaRPr lang="en-US" sz="3200" dirty="0"/>
          </a:p>
        </p:txBody>
      </p:sp>
      <p:pic>
        <p:nvPicPr>
          <p:cNvPr id="5" name="viewer app" descr="/workspaces/.xc-work/assets/goflix/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dashboard" descr="/workspaces/.xc-work/assets/goflix/en-dashboard-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548640" y="4434840"/>
            <a:ext cx="3108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4434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Viewer app · Vue + Go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263640" y="4434840"/>
            <a:ext cx="356616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63640" y="44348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Dashboard · Laravel · my part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content team adds movies and episodes, the business team sets plans and coupons, and support answers "why can't I watch this?"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ways to watch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9202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121408"/>
            <a:ext cx="420624" cy="4206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Free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Free titles play for anyone with an active account.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9768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17720" y="19202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121408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61772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Plan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monthly or yearly plan opens every premium title.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04672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66760" y="192024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2121408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36676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Rental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One premium movie, for a few days, without a plan.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My part: the catalog, plans and coupons, users and payments, and the reports on them.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parts, one database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4592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Vue.js web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548640" y="260604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Mobile app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3749040" y="2103120"/>
            <a:ext cx="20116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49040" y="2103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 API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67512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950976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50976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Laravel dashboard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49040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Payment gateway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ln w="15875">
            <a:solidFill>
              <a:schemeClr val="accent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834640" y="1993392"/>
            <a:ext cx="914400" cy="38404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2834640" y="2606040"/>
            <a:ext cx="914400" cy="33832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760720" y="2487168"/>
            <a:ext cx="9144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H="1">
            <a:off x="8778240" y="2487168"/>
            <a:ext cx="73152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754880" y="2880360"/>
            <a:ext cx="914" cy="59436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Two writers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API writes activity and in-app payments; the dashboard writes the catalog, plans and corrections.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server decides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app never decides access on its own. The dashboard shows support the same rule.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 API in the dashboard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804672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Everything the apps need goes through the Go API.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data model in three groups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Catalog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2296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movies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35915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35915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2296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episodes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5915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35915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seasons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2296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5915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5915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22960" y="4169664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4169664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</a:t>
            </a:r>
            <a:endParaRPr lang="en-US" sz="1100" dirty="0"/>
          </a:p>
        </p:txBody>
      </p:sp>
      <p:sp>
        <p:nvSpPr>
          <p:cNvPr id="22" name="card"/>
          <p:cNvSpPr/>
          <p:nvPr/>
        </p:nvSpPr>
        <p:spPr>
          <a:xfrm>
            <a:off x="429768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28800"/>
            <a:ext cx="384048" cy="38404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7492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Users and money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457200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57200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10819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10819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457200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package_features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10819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10819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subscriptions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457200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457200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rentals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610819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0819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coupons</a:t>
            </a:r>
            <a:endParaRPr lang="en-US" sz="1100" dirty="0"/>
          </a:p>
        </p:txBody>
      </p:sp>
      <p:sp>
        <p:nvSpPr>
          <p:cNvPr id="37" name="card"/>
          <p:cNvSpPr/>
          <p:nvPr/>
        </p:nvSpPr>
        <p:spPr>
          <a:xfrm>
            <a:off x="804672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828800"/>
            <a:ext cx="384048" cy="3840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82396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Activity</a:t>
            </a:r>
            <a:endParaRPr lang="en-US" sz="1700" dirty="0"/>
          </a:p>
        </p:txBody>
      </p:sp>
      <p:sp>
        <p:nvSpPr>
          <p:cNvPr id="40" name="Text 34"/>
          <p:cNvSpPr txBox="1"/>
          <p:nvPr/>
        </p:nvSpPr>
        <p:spPr>
          <a:xfrm>
            <a:off x="8321040" y="31546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Written by the apps while people watch. The dashboard only reads it, for reports and continue watching.</a:t>
            </a:r>
            <a:endParaRPr lang="en-US" sz="1400" dirty="0"/>
          </a:p>
        </p:txBody>
      </p:sp>
      <p:sp>
        <p:nvSpPr>
          <p:cNvPr id="41" name="Shape 35"/>
          <p:cNvSpPr/>
          <p:nvPr/>
        </p:nvSpPr>
        <p:spPr>
          <a:xfrm>
            <a:off x="832104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32104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watch_history</a:t>
            </a:r>
            <a:endParaRPr lang="en-US" sz="1100" dirty="0"/>
          </a:p>
        </p:txBody>
      </p:sp>
      <p:sp>
        <p:nvSpPr>
          <p:cNvPr id="43" name="Shape 37"/>
          <p:cNvSpPr/>
          <p:nvPr/>
        </p:nvSpPr>
        <p:spPr>
          <a:xfrm>
            <a:off x="985723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985723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bookmarks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users.subscription_ends_on is the source of truth for a fast access check; only SubscriptionService may change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Database 1/2: the catalog</a:t>
            </a:r>
            <a:endParaRPr lang="en-US" sz="3200" dirty="0"/>
          </a:p>
        </p:txBody>
      </p:sp>
      <p:pic>
        <p:nvPicPr>
          <p:cNvPr id="5" name="ERD catalog" descr="/workspaces/.xc-work/erd/goflix-catalog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4725" y="1325880"/>
            <a:ext cx="5472070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Movies, series, episodes and seasons, with pivot tables for genres, languages and cast. Boxes without columns are tables from the other part.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06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Database 2/2: users and payments</a:t>
            </a:r>
            <a:endParaRPr lang="en-US" sz="3200" dirty="0"/>
          </a:p>
        </p:txBody>
      </p:sp>
      <p:pic>
        <p:nvPicPr>
          <p:cNvPr id="5" name="ERD users" descr="/workspaces/.xc-work/erd/goflix-users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5433" y="1325880"/>
            <a:ext cx="6070655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Plans, subscriptions, rentals and coupons. users.subscription_ends_on serves the fast access check. Boxes without columns are tables from the other part.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07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Relations: from text to pivot tables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Production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12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category_id: '6,12,19'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cast_id: '1,108,109,110'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Cannot be joined or indexed; deleted ids stay behind.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4922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genre_movie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12)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19)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Foreign keys, normal joins, and the genre report is one query.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60720" y="3337560"/>
            <a:ext cx="6858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Gradual migration: add the pivot, fill it from the old column, move readers one by one, then drop the old column.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08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Renewing without losing paid days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Active until 20 Mar, buys 12 months on 10 Mar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0574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old: until 20 Mar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37560" y="2057400"/>
            <a:ext cx="827532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37560" y="20574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new: 21 Mar to 20 Mar next year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971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Ended 31 Jan, buys 1 month on 10 Mar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lapsed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3756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3756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10 Mar to 9 Apr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4864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place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SubscriptionService moves users.subscription_ends_on.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9768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transaction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payment and the end date are saved together, or neither is.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804672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32104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row lock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lockForUpdate makes a second payment wait and count from the new date.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Who may watch what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Account and title active?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6324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180594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no: refused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338328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6616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Premium?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89788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64058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8328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no: free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21792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Active plan?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73252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747522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1792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yes: allowed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905256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3544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Movie rented?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030986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5256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yes: allowed until it expires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" y="416052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160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Refused: needs a plan, or a rental if the movie has a rent price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166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episode is premium on its own or through its series. One AccessService is used everywhere, and the dashboard shows it per user so support can answer complaints.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Rentals and coupons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57200" cy="457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Renting one movie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Only premium movies with a rent price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Lasts rent_days days from payment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Active subscribers cannot rent: it is already included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The same movie cannot be rented twice at once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080760" y="1737360"/>
            <a:ext cx="914" cy="283464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8920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Example: an active subscriber tries to rent a premium movie → refused, because the plan already includes it. Nobody pays twice, and refund requests drop.</a:t>
            </a:r>
            <a:endParaRPr lang="en-US" sz="15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323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Coupons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64922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Fixed amount or percentage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Only valid between its start and end dates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Never takes a price below zero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single-use coupon works once per user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this stack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Choice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Why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Laravel 10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The dashboard: forms, validation, CRUD. My part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PostgreSQL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Shared with the Go API; transactions and row locks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Go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The apps' API: heavy playback traffic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Blade + Chart.js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An internal admin needs no SPA; one chart needs only Chart.js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renewal is one transaction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694944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6492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DB::transaction(function () use (...)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 = User::lockForUpdate()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-&gt;findOrFail($user-&gt;id);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$startsOn = $user-&gt;subscription_ends_on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?-&gt;gte($today)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$user-&gt;subscription_ends_on-&gt;addDay()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$today;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$endsOn = $startsOn-&gt;copy()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-&gt;addMonthsNoOverflow($months)-&gt;subDay();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$user-&gt;subscriptions()-&gt;create([...]);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$user-&gt;update(['subscription_ends_on' =&gt; $endsOn]);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16459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Rules in services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1031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 controllers; plans, rentals, coupons and access are plain classes.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108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Enums, not numbers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5661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Sign-in, role and coupon type are typed.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572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Tests on the rules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0292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33 feature tests.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revenue, then a user's access check</a:t>
            </a:r>
            <a:endParaRPr lang="en-US" sz="3200" dirty="0"/>
          </a:p>
        </p:txBody>
      </p:sp>
      <p:pic>
        <p:nvPicPr>
          <p:cNvPr id="5" name="dashboard" descr="/workspaces/.xc-work/assets/goflix/en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user page" descr="/workspaces/.xc-work/assets/goflix/en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Text 2"/>
          <p:cNvSpPr txBox="1"/>
          <p:nvPr/>
        </p:nvSpPr>
        <p:spPr>
          <a:xfrm>
            <a:off x="548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Dashboard: plan and rental revenue per month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6263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User page: status, payments and the access check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Demo and slides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Live demo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32918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39319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https://goflix-dashboard-demo.vercel.app/goflix-walkthrough.pdf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45720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https://goflix-dashboard-demo.vercel.app/goflix-walkthrough.pptx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The demo code is in a private GitHub repo; access is given during the interview. The dashboard speaks Bahasa Indonesia and English; demo data is restored every 3 hours.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flix Screening Room">
  <a:themeElements>
    <a:clrScheme name="Goflix Screening Room">
      <a:dk1>
        <a:srgbClr val="15211B"/>
      </a:dk1>
      <a:lt1>
        <a:srgbClr val="FFFFFF"/>
      </a:lt1>
      <a:dk2>
        <a:srgbClr val="0D1D15"/>
      </a:dk2>
      <a:lt2>
        <a:srgbClr val="EEF3EF"/>
      </a:lt2>
      <a:accent1>
        <a:srgbClr val="1E9E57"/>
      </a:accent1>
      <a:accent2>
        <a:srgbClr val="C9971C"/>
      </a:accent2>
      <a:accent3>
        <a:srgbClr val="C8433A"/>
      </a:accent3>
      <a:accent4>
        <a:srgbClr val="5B6B62"/>
      </a:accent4>
      <a:accent5>
        <a:srgbClr val="A7B6AD"/>
      </a:accent5>
      <a:accent6>
        <a:srgbClr val="D6E2DA"/>
      </a:accent6>
      <a:hlink>
        <a:srgbClr val="1E9E57"/>
      </a:hlink>
      <a:folHlink>
        <a:srgbClr val="5B6B62"/>
      </a:folHlink>
    </a:clrScheme>
    <a:fontScheme name="Goflix Screening Room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Goflix: the streaming platform's admin dashboard</dc:title>
  <dc:subject>PptxGenJS Presentation</dc:subject>
  <dc:creator>Enrico Saputra</dc:creator>
  <cp:lastModifiedBy>Enrico Saputra</cp:lastModifiedBy>
  <cp:revision>1</cp:revision>
  <dcterms:created xsi:type="dcterms:W3CDTF">2026-10-20T07:40:55Z</dcterms:created>
  <dcterms:modified xsi:type="dcterms:W3CDTF">2026-10-20T07:40:55Z</dcterms:modified>
</cp:coreProperties>
</file>